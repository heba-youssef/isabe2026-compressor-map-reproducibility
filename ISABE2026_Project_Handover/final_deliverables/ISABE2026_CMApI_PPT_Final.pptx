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7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865" r:id="rId4"/>
    <p:sldMasterId id="2147483873" r:id="rId5"/>
    <p:sldMasterId id="2147484007" r:id="rId6"/>
    <p:sldMasterId id="2147483879" r:id="rId7"/>
    <p:sldMasterId id="2147483908" r:id="rId8"/>
  </p:sldMasterIdLst>
  <p:notesMasterIdLst>
    <p:notesMasterId r:id="rId41"/>
  </p:notesMasterIdLst>
  <p:handoutMasterIdLst>
    <p:handoutMasterId r:id="rId42"/>
  </p:handoutMasterIdLst>
  <p:sldIdLst>
    <p:sldId id="5155" r:id="rId9"/>
    <p:sldId id="5347" r:id="rId10"/>
    <p:sldId id="5348" r:id="rId11"/>
    <p:sldId id="5350" r:id="rId12"/>
    <p:sldId id="5352" r:id="rId13"/>
    <p:sldId id="5353" r:id="rId14"/>
    <p:sldId id="5354" r:id="rId15"/>
    <p:sldId id="5355" r:id="rId16"/>
    <p:sldId id="5351" r:id="rId17"/>
    <p:sldId id="5356" r:id="rId18"/>
    <p:sldId id="5357" r:id="rId19"/>
    <p:sldId id="5358" r:id="rId20"/>
    <p:sldId id="5359" r:id="rId21"/>
    <p:sldId id="5360" r:id="rId22"/>
    <p:sldId id="5361" r:id="rId23"/>
    <p:sldId id="5362" r:id="rId24"/>
    <p:sldId id="5363" r:id="rId25"/>
    <p:sldId id="5364" r:id="rId26"/>
    <p:sldId id="5365" r:id="rId27"/>
    <p:sldId id="5366" r:id="rId28"/>
    <p:sldId id="5367" r:id="rId29"/>
    <p:sldId id="5369" r:id="rId30"/>
    <p:sldId id="5377" r:id="rId31"/>
    <p:sldId id="5368" r:id="rId32"/>
    <p:sldId id="5371" r:id="rId33"/>
    <p:sldId id="5370" r:id="rId34"/>
    <p:sldId id="5241" r:id="rId35"/>
    <p:sldId id="5372" r:id="rId36"/>
    <p:sldId id="5373" r:id="rId37"/>
    <p:sldId id="5374" r:id="rId38"/>
    <p:sldId id="5375" r:id="rId39"/>
    <p:sldId id="5376" r:id="rId40"/>
  </p:sldIdLst>
  <p:sldSz cx="9144000" cy="5143500" type="screen16x9"/>
  <p:notesSz cx="20104100" cy="11309350"/>
  <p:custDataLst>
    <p:tags r:id="rId43"/>
  </p:custDataLst>
  <p:kinsoku lang="ja-JP" invalStChars="、。，．・：；？！゛゜ヽヾゝゞ々’”）〕］｝〉》」』】°‰′″℃￠％!%),.:;?]}｡｣､･ﾞﾟ" invalEndChars="‘“（〔［｛〈《「『【￥＄$([\{｢￡"/>
  <p:defaultTextStyle>
    <a:defPPr>
      <a:defRPr lang="en-AE"/>
    </a:defPPr>
    <a:lvl1pPr marL="0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1pPr>
    <a:lvl2pPr marL="207935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2pPr>
    <a:lvl3pPr marL="415869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3pPr>
    <a:lvl4pPr marL="623804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4pPr>
    <a:lvl5pPr marL="831738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5pPr>
    <a:lvl6pPr marL="1039673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6pPr>
    <a:lvl7pPr marL="1247607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7pPr>
    <a:lvl8pPr marL="1455542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8pPr>
    <a:lvl9pPr marL="1663476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2CD7A38C-5CE4-C443-ACEF-84CC879F8612}">
          <p14:sldIdLst>
            <p14:sldId id="5155"/>
            <p14:sldId id="5347"/>
            <p14:sldId id="5348"/>
            <p14:sldId id="5350"/>
            <p14:sldId id="5352"/>
            <p14:sldId id="5353"/>
            <p14:sldId id="5354"/>
            <p14:sldId id="5355"/>
            <p14:sldId id="5351"/>
            <p14:sldId id="5356"/>
            <p14:sldId id="5357"/>
            <p14:sldId id="5358"/>
            <p14:sldId id="5359"/>
            <p14:sldId id="5360"/>
            <p14:sldId id="5361"/>
            <p14:sldId id="5362"/>
            <p14:sldId id="5363"/>
            <p14:sldId id="5364"/>
            <p14:sldId id="5365"/>
            <p14:sldId id="5366"/>
            <p14:sldId id="5367"/>
            <p14:sldId id="5369"/>
            <p14:sldId id="5377"/>
            <p14:sldId id="5368"/>
            <p14:sldId id="5371"/>
            <p14:sldId id="5370"/>
          </p14:sldIdLst>
        </p14:section>
        <p14:section name="Divider" id="{2FEB30F1-B283-A14A-B980-2399E6EDBB6F}">
          <p14:sldIdLst/>
        </p14:section>
        <p14:section name="Agenda" id="{324251C5-1B93-8847-822D-2EE79B1499BB}">
          <p14:sldIdLst/>
        </p14:section>
        <p14:section name="Content" id="{9983E9AC-824B-834F-A29A-C04E0B77BFCE}">
          <p14:sldIdLst>
            <p14:sldId id="5241"/>
            <p14:sldId id="5372"/>
            <p14:sldId id="5373"/>
            <p14:sldId id="5374"/>
            <p14:sldId id="5375"/>
            <p14:sldId id="53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35" userDrawn="1">
          <p15:clr>
            <a:srgbClr val="A4A3A4"/>
          </p15:clr>
        </p15:guide>
        <p15:guide id="4" pos="2880" userDrawn="1">
          <p15:clr>
            <a:srgbClr val="A4A3A4"/>
          </p15:clr>
        </p15:guide>
        <p15:guide id="5" pos="4241" userDrawn="1">
          <p15:clr>
            <a:srgbClr val="A4A3A4"/>
          </p15:clr>
        </p15:guide>
        <p15:guide id="6" pos="1519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268D9E-E798-71DD-7930-F73A86F0F6BA}" name="Heba Youssef" initials="HY" userId="S::Heba.Youssef@tii.ae::92d8dec5-9b80-4d98-8af9-94fd9d26f1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00FF"/>
    <a:srgbClr val="7C3ADB"/>
    <a:srgbClr val="243646"/>
    <a:srgbClr val="16212C"/>
    <a:srgbClr val="243546"/>
    <a:srgbClr val="3F039F"/>
    <a:srgbClr val="95EEEE"/>
    <a:srgbClr val="2FB986"/>
    <a:srgbClr val="E0E8E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B00C27-DF66-4A46-9C2A-00B3466AC6DF}" v="48" dt="2026-09-21T06:42:11.295"/>
    <p1510:client id="{A721B840-2007-4FFC-82C1-CA6B13600BAB}" v="803" dt="2026-09-20T23:48:57.251"/>
    <p1510:client id="{AA862416-0FBB-4184-8DB0-35AAB4337EA0}" v="209" dt="2026-09-21T10:38:48.628"/>
    <p1510:client id="{F23FA41B-DE08-4874-AEB3-F372BBD1C1F3}" v="1" dt="2026-09-20T19:01:17.9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056" autoAdjust="0"/>
    <p:restoredTop sz="94517" autoAdjust="0"/>
  </p:normalViewPr>
  <p:slideViewPr>
    <p:cSldViewPr snapToGrid="0">
      <p:cViewPr varScale="1">
        <p:scale>
          <a:sx n="128" d="100"/>
          <a:sy n="128" d="100"/>
        </p:scale>
        <p:origin x="76" y="376"/>
      </p:cViewPr>
      <p:guideLst>
        <p:guide orient="horz" pos="735"/>
        <p:guide pos="2880"/>
        <p:guide pos="4241"/>
        <p:guide pos="15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50" Type="http://schemas.microsoft.com/office/2018/10/relationships/authors" Target="author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ags" Target="tags/tag1.xml"/><Relationship Id="rId48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theme" Target="theme/theme1.xml"/><Relationship Id="rId20" Type="http://schemas.openxmlformats.org/officeDocument/2006/relationships/slide" Target="slides/slide12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ba Youssef" userId="92d8dec5-9b80-4d98-8af9-94fd9d26f103" providerId="ADAL" clId="{78F1FACF-D458-4BFF-941A-BB62C3BA039A}"/>
    <pc:docChg chg="undo redo custSel modSld sldOrd">
      <pc:chgData name="Heba Youssef" userId="92d8dec5-9b80-4d98-8af9-94fd9d26f103" providerId="ADAL" clId="{78F1FACF-D458-4BFF-941A-BB62C3BA039A}" dt="2026-09-21T10:38:48.628" v="2456"/>
      <pc:docMkLst>
        <pc:docMk/>
      </pc:docMkLst>
      <pc:sldChg chg="addSp delSp modSp mod modNotesTx">
        <pc:chgData name="Heba Youssef" userId="92d8dec5-9b80-4d98-8af9-94fd9d26f103" providerId="ADAL" clId="{78F1FACF-D458-4BFF-941A-BB62C3BA039A}" dt="2026-09-21T06:14:43.617" v="2107"/>
        <pc:sldMkLst>
          <pc:docMk/>
          <pc:sldMk cId="2751026318" sldId="5155"/>
        </pc:sldMkLst>
        <pc:spChg chg="add mod">
          <ac:chgData name="Heba Youssef" userId="92d8dec5-9b80-4d98-8af9-94fd9d26f103" providerId="ADAL" clId="{78F1FACF-D458-4BFF-941A-BB62C3BA039A}" dt="2026-09-20T21:50:37.153" v="459"/>
          <ac:spMkLst>
            <pc:docMk/>
            <pc:sldMk cId="2751026318" sldId="5155"/>
            <ac:spMk id="4" creationId="{774E7691-43BF-E90C-58EF-ED381CCDEA0C}"/>
          </ac:spMkLst>
        </pc:spChg>
        <pc:spChg chg="add del mod">
          <ac:chgData name="Heba Youssef" userId="92d8dec5-9b80-4d98-8af9-94fd9d26f103" providerId="ADAL" clId="{78F1FACF-D458-4BFF-941A-BB62C3BA039A}" dt="2026-09-21T06:14:32.508" v="2103"/>
          <ac:spMkLst>
            <pc:docMk/>
            <pc:sldMk cId="2751026318" sldId="5155"/>
            <ac:spMk id="5" creationId="{1D117F09-C8A2-982A-CF3E-A5D38F52595D}"/>
          </ac:spMkLst>
        </pc:spChg>
        <pc:spChg chg="add del mod">
          <ac:chgData name="Heba Youssef" userId="92d8dec5-9b80-4d98-8af9-94fd9d26f103" providerId="ADAL" clId="{78F1FACF-D458-4BFF-941A-BB62C3BA039A}" dt="2026-09-21T06:14:43.617" v="2107"/>
          <ac:spMkLst>
            <pc:docMk/>
            <pc:sldMk cId="2751026318" sldId="5155"/>
            <ac:spMk id="6" creationId="{3643BAF9-3228-7D48-025B-5C97B1F4C7CE}"/>
          </ac:spMkLst>
        </pc:spChg>
        <pc:spChg chg="mod">
          <ac:chgData name="Heba Youssef" userId="92d8dec5-9b80-4d98-8af9-94fd9d26f103" providerId="ADAL" clId="{78F1FACF-D458-4BFF-941A-BB62C3BA039A}" dt="2026-09-20T18:54:56.835" v="353" actId="404"/>
          <ac:spMkLst>
            <pc:docMk/>
            <pc:sldMk cId="2751026318" sldId="5155"/>
            <ac:spMk id="8" creationId="{011C9454-7278-E6F4-64BF-34B23530AFFE}"/>
          </ac:spMkLst>
        </pc:spChg>
        <pc:spChg chg="del mod">
          <ac:chgData name="Heba Youssef" userId="92d8dec5-9b80-4d98-8af9-94fd9d26f103" providerId="ADAL" clId="{78F1FACF-D458-4BFF-941A-BB62C3BA039A}" dt="2026-09-20T21:50:36.820" v="458" actId="478"/>
          <ac:spMkLst>
            <pc:docMk/>
            <pc:sldMk cId="2751026318" sldId="5155"/>
            <ac:spMk id="16" creationId="{694994B9-D796-66B2-AB51-18761B2CDF86}"/>
          </ac:spMkLst>
        </pc:spChg>
      </pc:sldChg>
      <pc:sldChg chg="addSp delSp modSp mod addAnim delAnim modAnim">
        <pc:chgData name="Heba Youssef" userId="92d8dec5-9b80-4d98-8af9-94fd9d26f103" providerId="ADAL" clId="{78F1FACF-D458-4BFF-941A-BB62C3BA039A}" dt="2026-09-20T23:27:12.692" v="1870"/>
        <pc:sldMkLst>
          <pc:docMk/>
          <pc:sldMk cId="14943147" sldId="5241"/>
        </pc:sldMkLst>
        <pc:spChg chg="del">
          <ac:chgData name="Heba Youssef" userId="92d8dec5-9b80-4d98-8af9-94fd9d26f103" providerId="ADAL" clId="{78F1FACF-D458-4BFF-941A-BB62C3BA039A}" dt="2026-09-20T21:51:09.217" v="460" actId="478"/>
          <ac:spMkLst>
            <pc:docMk/>
            <pc:sldMk cId="14943147" sldId="5241"/>
            <ac:spMk id="3" creationId="{06FB8E07-AFBA-947E-B08C-D3C95E1E12E1}"/>
          </ac:spMkLst>
        </pc:spChg>
        <pc:spChg chg="add mod">
          <ac:chgData name="Heba Youssef" userId="92d8dec5-9b80-4d98-8af9-94fd9d26f103" providerId="ADAL" clId="{78F1FACF-D458-4BFF-941A-BB62C3BA039A}" dt="2026-09-20T21:51:09.575" v="461"/>
          <ac:spMkLst>
            <pc:docMk/>
            <pc:sldMk cId="14943147" sldId="5241"/>
            <ac:spMk id="5" creationId="{54FB49E5-B628-2E76-43A4-796AFD9A6A87}"/>
          </ac:spMkLst>
        </pc:spChg>
      </pc:sldChg>
      <pc:sldChg chg="addSp delSp modSp mod addAnim delAnim modAnim modNotesTx">
        <pc:chgData name="Heba Youssef" userId="92d8dec5-9b80-4d98-8af9-94fd9d26f103" providerId="ADAL" clId="{78F1FACF-D458-4BFF-941A-BB62C3BA039A}" dt="2026-09-21T06:42:11.291" v="2146" actId="20577"/>
        <pc:sldMkLst>
          <pc:docMk/>
          <pc:sldMk cId="0" sldId="5347"/>
        </pc:sldMkLst>
        <pc:spChg chg="mod">
          <ac:chgData name="Heba Youssef" userId="92d8dec5-9b80-4d98-8af9-94fd9d26f103" providerId="ADAL" clId="{78F1FACF-D458-4BFF-941A-BB62C3BA039A}" dt="2026-09-20T22:23:47.183" v="665" actId="1076"/>
          <ac:spMkLst>
            <pc:docMk/>
            <pc:sldMk cId="0" sldId="5347"/>
            <ac:spMk id="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06:42:11.291" v="2146" actId="20577"/>
          <ac:spMkLst>
            <pc:docMk/>
            <pc:sldMk cId="0" sldId="5347"/>
            <ac:spMk id="18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8:30:16.757" v="0" actId="6549"/>
          <ac:spMkLst>
            <pc:docMk/>
            <pc:sldMk cId="0" sldId="5347"/>
            <ac:spMk id="29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8:31:32.897" v="1" actId="20577"/>
          <ac:spMkLst>
            <pc:docMk/>
            <pc:sldMk cId="0" sldId="5347"/>
            <ac:spMk id="32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8:31:36.375" v="2" actId="20577"/>
          <ac:spMkLst>
            <pc:docMk/>
            <pc:sldMk cId="0" sldId="5347"/>
            <ac:spMk id="35" creationId="{00000000-0000-0000-0000-000000000000}"/>
          </ac:spMkLst>
        </pc:spChg>
        <pc:spChg chg="add del mod">
          <ac:chgData name="Heba Youssef" userId="92d8dec5-9b80-4d98-8af9-94fd9d26f103" providerId="ADAL" clId="{78F1FACF-D458-4BFF-941A-BB62C3BA039A}" dt="2026-09-20T22:23:47.386" v="666"/>
          <ac:spMkLst>
            <pc:docMk/>
            <pc:sldMk cId="0" sldId="5347"/>
            <ac:spMk id="38" creationId="{0CDF9A8B-2693-5776-8AEC-FAAD1BDA9B02}"/>
          </ac:spMkLst>
        </pc:spChg>
        <pc:picChg chg="mod">
          <ac:chgData name="Heba Youssef" userId="92d8dec5-9b80-4d98-8af9-94fd9d26f103" providerId="ADAL" clId="{78F1FACF-D458-4BFF-941A-BB62C3BA039A}" dt="2026-09-21T04:46:28.901" v="2100" actId="1076"/>
          <ac:picMkLst>
            <pc:docMk/>
            <pc:sldMk cId="0" sldId="5347"/>
            <ac:picMk id="16" creationId="{00000000-0000-0000-0000-000000000000}"/>
          </ac:picMkLst>
        </pc:picChg>
      </pc:sldChg>
      <pc:sldChg chg="addSp delSp modSp mod addAnim delAnim modAnim">
        <pc:chgData name="Heba Youssef" userId="92d8dec5-9b80-4d98-8af9-94fd9d26f103" providerId="ADAL" clId="{78F1FACF-D458-4BFF-941A-BB62C3BA039A}" dt="2026-09-20T23:29:25.718" v="1873"/>
        <pc:sldMkLst>
          <pc:docMk/>
          <pc:sldMk cId="0" sldId="5348"/>
        </pc:sldMkLst>
        <pc:spChg chg="mod">
          <ac:chgData name="Heba Youssef" userId="92d8dec5-9b80-4d98-8af9-94fd9d26f103" providerId="ADAL" clId="{78F1FACF-D458-4BFF-941A-BB62C3BA039A}" dt="2026-09-20T22:23:44.552" v="657" actId="1036"/>
          <ac:spMkLst>
            <pc:docMk/>
            <pc:sldMk cId="0" sldId="5348"/>
            <ac:spMk id="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24:22.012" v="688" actId="20577"/>
          <ac:spMkLst>
            <pc:docMk/>
            <pc:sldMk cId="0" sldId="5348"/>
            <ac:spMk id="8" creationId="{00000000-0000-0000-0000-000000000000}"/>
          </ac:spMkLst>
        </pc:spChg>
        <pc:spChg chg="add mod">
          <ac:chgData name="Heba Youssef" userId="92d8dec5-9b80-4d98-8af9-94fd9d26f103" providerId="ADAL" clId="{78F1FACF-D458-4BFF-941A-BB62C3BA039A}" dt="2026-09-20T22:22:58.922" v="616"/>
          <ac:spMkLst>
            <pc:docMk/>
            <pc:sldMk cId="0" sldId="5348"/>
            <ac:spMk id="9" creationId="{37FA2737-4458-1091-4F27-FFB23E3BC6C5}"/>
          </ac:spMkLst>
        </pc:spChg>
        <pc:spChg chg="add del">
          <ac:chgData name="Heba Youssef" userId="92d8dec5-9b80-4d98-8af9-94fd9d26f103" providerId="ADAL" clId="{78F1FACF-D458-4BFF-941A-BB62C3BA039A}" dt="2026-09-20T22:23:01.819" v="618" actId="22"/>
          <ac:spMkLst>
            <pc:docMk/>
            <pc:sldMk cId="0" sldId="5348"/>
            <ac:spMk id="11" creationId="{03640136-C7E2-3963-F917-B0363F6B8AAD}"/>
          </ac:spMkLst>
        </pc:spChg>
        <pc:spChg chg="add del mod">
          <ac:chgData name="Heba Youssef" userId="92d8dec5-9b80-4d98-8af9-94fd9d26f103" providerId="ADAL" clId="{78F1FACF-D458-4BFF-941A-BB62C3BA039A}" dt="2026-09-20T22:23:44.692" v="658"/>
          <ac:spMkLst>
            <pc:docMk/>
            <pc:sldMk cId="0" sldId="5348"/>
            <ac:spMk id="12" creationId="{88CC9611-B405-08BE-62A5-0E4781BD520D}"/>
          </ac:spMkLst>
        </pc:spChg>
      </pc:sldChg>
      <pc:sldChg chg="delSp modSp mod addAnim delAnim modAnim modNotesTx">
        <pc:chgData name="Heba Youssef" userId="92d8dec5-9b80-4d98-8af9-94fd9d26f103" providerId="ADAL" clId="{78F1FACF-D458-4BFF-941A-BB62C3BA039A}" dt="2026-09-21T06:27:17.719" v="2137" actId="1076"/>
        <pc:sldMkLst>
          <pc:docMk/>
          <pc:sldMk cId="0" sldId="5349"/>
        </pc:sldMkLst>
        <pc:spChg chg="mod">
          <ac:chgData name="Heba Youssef" userId="92d8dec5-9b80-4d98-8af9-94fd9d26f103" providerId="ADAL" clId="{78F1FACF-D458-4BFF-941A-BB62C3BA039A}" dt="2026-09-20T22:23:51.895" v="672" actId="1076"/>
          <ac:spMkLst>
            <pc:docMk/>
            <pc:sldMk cId="0" sldId="5349"/>
            <ac:spMk id="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06:27:17.719" v="2137" actId="1076"/>
          <ac:spMkLst>
            <pc:docMk/>
            <pc:sldMk cId="0" sldId="5349"/>
            <ac:spMk id="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00:07:47.935" v="2035" actId="20577"/>
          <ac:spMkLst>
            <pc:docMk/>
            <pc:sldMk cId="0" sldId="5349"/>
            <ac:spMk id="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06:27:16.927" v="2134" actId="1076"/>
          <ac:spMkLst>
            <pc:docMk/>
            <pc:sldMk cId="0" sldId="5349"/>
            <ac:spMk id="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06:27:17.054" v="2135" actId="1076"/>
          <ac:spMkLst>
            <pc:docMk/>
            <pc:sldMk cId="0" sldId="5349"/>
            <ac:spMk id="8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23:58.460" v="682" actId="1035"/>
          <ac:spMkLst>
            <pc:docMk/>
            <pc:sldMk cId="0" sldId="5349"/>
            <ac:spMk id="9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23:58.460" v="682" actId="1035"/>
          <ac:spMkLst>
            <pc:docMk/>
            <pc:sldMk cId="0" sldId="5349"/>
            <ac:spMk id="1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06:27:16.783" v="2133" actId="1076"/>
          <ac:spMkLst>
            <pc:docMk/>
            <pc:sldMk cId="0" sldId="5349"/>
            <ac:spMk id="12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23:58.460" v="682" actId="1035"/>
          <ac:spMkLst>
            <pc:docMk/>
            <pc:sldMk cId="0" sldId="5349"/>
            <ac:spMk id="1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23:58.460" v="682" actId="1035"/>
          <ac:spMkLst>
            <pc:docMk/>
            <pc:sldMk cId="0" sldId="5349"/>
            <ac:spMk id="1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23:58.460" v="682" actId="1035"/>
          <ac:spMkLst>
            <pc:docMk/>
            <pc:sldMk cId="0" sldId="5349"/>
            <ac:spMk id="1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23:58.460" v="682" actId="1035"/>
          <ac:spMkLst>
            <pc:docMk/>
            <pc:sldMk cId="0" sldId="5349"/>
            <ac:spMk id="1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23:58.460" v="682" actId="1035"/>
          <ac:spMkLst>
            <pc:docMk/>
            <pc:sldMk cId="0" sldId="5349"/>
            <ac:spMk id="18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24:02.383" v="683" actId="1076"/>
          <ac:spMkLst>
            <pc:docMk/>
            <pc:sldMk cId="0" sldId="5349"/>
            <ac:spMk id="20" creationId="{00000000-0000-0000-0000-000000000000}"/>
          </ac:spMkLst>
        </pc:spChg>
        <pc:cxnChg chg="del">
          <ac:chgData name="Heba Youssef" userId="92d8dec5-9b80-4d98-8af9-94fd9d26f103" providerId="ADAL" clId="{78F1FACF-D458-4BFF-941A-BB62C3BA039A}" dt="2026-09-20T22:15:50.190" v="499" actId="478"/>
          <ac:cxnSpMkLst>
            <pc:docMk/>
            <pc:sldMk cId="0" sldId="5349"/>
            <ac:cxnSpMk id="7" creationId="{00000000-0000-0000-0000-000000000000}"/>
          </ac:cxnSpMkLst>
        </pc:cxnChg>
        <pc:cxnChg chg="del">
          <ac:chgData name="Heba Youssef" userId="92d8dec5-9b80-4d98-8af9-94fd9d26f103" providerId="ADAL" clId="{78F1FACF-D458-4BFF-941A-BB62C3BA039A}" dt="2026-09-20T22:18:45.893" v="526" actId="478"/>
          <ac:cxnSpMkLst>
            <pc:docMk/>
            <pc:sldMk cId="0" sldId="5349"/>
            <ac:cxnSpMk id="11" creationId="{00000000-0000-0000-0000-000000000000}"/>
          </ac:cxnSpMkLst>
        </pc:cxnChg>
        <pc:cxnChg chg="del">
          <ac:chgData name="Heba Youssef" userId="92d8dec5-9b80-4d98-8af9-94fd9d26f103" providerId="ADAL" clId="{78F1FACF-D458-4BFF-941A-BB62C3BA039A}" dt="2026-09-20T22:18:46.906" v="527" actId="478"/>
          <ac:cxnSpMkLst>
            <pc:docMk/>
            <pc:sldMk cId="0" sldId="5349"/>
            <ac:cxnSpMk id="15" creationId="{00000000-0000-0000-0000-000000000000}"/>
          </ac:cxnSpMkLst>
        </pc:cxnChg>
        <pc:cxnChg chg="del mod">
          <ac:chgData name="Heba Youssef" userId="92d8dec5-9b80-4d98-8af9-94fd9d26f103" providerId="ADAL" clId="{78F1FACF-D458-4BFF-941A-BB62C3BA039A}" dt="2026-09-20T22:15:56.531" v="500" actId="478"/>
          <ac:cxnSpMkLst>
            <pc:docMk/>
            <pc:sldMk cId="0" sldId="5349"/>
            <ac:cxnSpMk id="19" creationId="{00000000-0000-0000-0000-000000000000}"/>
          </ac:cxnSpMkLst>
        </pc:cxnChg>
      </pc:sldChg>
      <pc:sldChg chg="addSp delSp modSp mod addAnim delAnim modAnim">
        <pc:chgData name="Heba Youssef" userId="92d8dec5-9b80-4d98-8af9-94fd9d26f103" providerId="ADAL" clId="{78F1FACF-D458-4BFF-941A-BB62C3BA039A}" dt="2026-09-21T10:34:42.660" v="2352" actId="113"/>
        <pc:sldMkLst>
          <pc:docMk/>
          <pc:sldMk cId="0" sldId="5350"/>
        </pc:sldMkLst>
        <pc:spChg chg="mod">
          <ac:chgData name="Heba Youssef" userId="92d8dec5-9b80-4d98-8af9-94fd9d26f103" providerId="ADAL" clId="{78F1FACF-D458-4BFF-941A-BB62C3BA039A}" dt="2026-09-18T11:12:19.197" v="159" actId="14100"/>
          <ac:spMkLst>
            <pc:docMk/>
            <pc:sldMk cId="0" sldId="5350"/>
            <ac:spMk id="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11:12:39.336" v="164" actId="1076"/>
          <ac:spMkLst>
            <pc:docMk/>
            <pc:sldMk cId="0" sldId="5350"/>
            <ac:spMk id="9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11:15:51.617" v="266" actId="20577"/>
          <ac:spMkLst>
            <pc:docMk/>
            <pc:sldMk cId="0" sldId="5350"/>
            <ac:spMk id="1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3:38.508" v="2169" actId="1076"/>
          <ac:spMkLst>
            <pc:docMk/>
            <pc:sldMk cId="0" sldId="5350"/>
            <ac:spMk id="1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11:13:43.427" v="207" actId="1076"/>
          <ac:spMkLst>
            <pc:docMk/>
            <pc:sldMk cId="0" sldId="5350"/>
            <ac:spMk id="2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4:42.660" v="2352" actId="113"/>
          <ac:spMkLst>
            <pc:docMk/>
            <pc:sldMk cId="0" sldId="5350"/>
            <ac:spMk id="3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3:53.777" v="2172" actId="1076"/>
          <ac:spMkLst>
            <pc:docMk/>
            <pc:sldMk cId="0" sldId="5350"/>
            <ac:spMk id="38" creationId="{00000000-0000-0000-0000-000000000000}"/>
          </ac:spMkLst>
        </pc:spChg>
        <pc:spChg chg="add mod">
          <ac:chgData name="Heba Youssef" userId="92d8dec5-9b80-4d98-8af9-94fd9d26f103" providerId="ADAL" clId="{78F1FACF-D458-4BFF-941A-BB62C3BA039A}" dt="2026-09-18T11:16:23.647" v="273" actId="20577"/>
          <ac:spMkLst>
            <pc:docMk/>
            <pc:sldMk cId="0" sldId="5350"/>
            <ac:spMk id="41" creationId="{9B6E7E35-ECB7-88E3-BCFD-9041CA6CB499}"/>
          </ac:spMkLst>
        </pc:spChg>
        <pc:spChg chg="add mod">
          <ac:chgData name="Heba Youssef" userId="92d8dec5-9b80-4d98-8af9-94fd9d26f103" providerId="ADAL" clId="{78F1FACF-D458-4BFF-941A-BB62C3BA039A}" dt="2026-09-18T11:15:01.815" v="244" actId="1076"/>
          <ac:spMkLst>
            <pc:docMk/>
            <pc:sldMk cId="0" sldId="5350"/>
            <ac:spMk id="42" creationId="{0A425DD6-910E-A2DF-C5F6-A7A4A589E67E}"/>
          </ac:spMkLst>
        </pc:spChg>
        <pc:spChg chg="mod">
          <ac:chgData name="Heba Youssef" userId="92d8dec5-9b80-4d98-8af9-94fd9d26f103" providerId="ADAL" clId="{78F1FACF-D458-4BFF-941A-BB62C3BA039A}" dt="2026-09-21T10:29:58.214" v="2152" actId="207"/>
          <ac:spMkLst>
            <pc:docMk/>
            <pc:sldMk cId="0" sldId="5350"/>
            <ac:spMk id="12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3:59.119" v="2173" actId="1076"/>
          <ac:spMkLst>
            <pc:docMk/>
            <pc:sldMk cId="0" sldId="5350"/>
            <ac:spMk id="12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29:54.108" v="2151" actId="207"/>
          <ac:spMkLst>
            <pc:docMk/>
            <pc:sldMk cId="0" sldId="5350"/>
            <ac:spMk id="127" creationId="{00000000-0000-0000-0000-000000000000}"/>
          </ac:spMkLst>
        </pc:spChg>
        <pc:picChg chg="mod">
          <ac:chgData name="Heba Youssef" userId="92d8dec5-9b80-4d98-8af9-94fd9d26f103" providerId="ADAL" clId="{78F1FACF-D458-4BFF-941A-BB62C3BA039A}" dt="2026-09-18T11:14:36.570" v="232" actId="2085"/>
          <ac:picMkLst>
            <pc:docMk/>
            <pc:sldMk cId="0" sldId="5350"/>
            <ac:picMk id="5" creationId="{00000000-0000-0000-0000-000000000000}"/>
          </ac:picMkLst>
        </pc:picChg>
        <pc:picChg chg="mod">
          <ac:chgData name="Heba Youssef" userId="92d8dec5-9b80-4d98-8af9-94fd9d26f103" providerId="ADAL" clId="{78F1FACF-D458-4BFF-941A-BB62C3BA039A}" dt="2026-09-18T11:15:17.944" v="248" actId="1076"/>
          <ac:picMkLst>
            <pc:docMk/>
            <pc:sldMk cId="0" sldId="5350"/>
            <ac:picMk id="12" creationId="{00000000-0000-0000-0000-000000000000}"/>
          </ac:picMkLst>
        </pc:picChg>
        <pc:picChg chg="mod">
          <ac:chgData name="Heba Youssef" userId="92d8dec5-9b80-4d98-8af9-94fd9d26f103" providerId="ADAL" clId="{78F1FACF-D458-4BFF-941A-BB62C3BA039A}" dt="2026-09-18T11:15:13.371" v="246" actId="1076"/>
          <ac:picMkLst>
            <pc:docMk/>
            <pc:sldMk cId="0" sldId="5350"/>
            <ac:picMk id="13" creationId="{00000000-0000-0000-0000-000000000000}"/>
          </ac:picMkLst>
        </pc:picChg>
        <pc:picChg chg="mod">
          <ac:chgData name="Heba Youssef" userId="92d8dec5-9b80-4d98-8af9-94fd9d26f103" providerId="ADAL" clId="{78F1FACF-D458-4BFF-941A-BB62C3BA039A}" dt="2026-09-18T11:15:20.758" v="249" actId="1076"/>
          <ac:picMkLst>
            <pc:docMk/>
            <pc:sldMk cId="0" sldId="5350"/>
            <ac:picMk id="14" creationId="{00000000-0000-0000-0000-000000000000}"/>
          </ac:picMkLst>
        </pc:picChg>
        <pc:picChg chg="mod">
          <ac:chgData name="Heba Youssef" userId="92d8dec5-9b80-4d98-8af9-94fd9d26f103" providerId="ADAL" clId="{78F1FACF-D458-4BFF-941A-BB62C3BA039A}" dt="2026-09-21T10:33:41.551" v="2170" actId="1076"/>
          <ac:picMkLst>
            <pc:docMk/>
            <pc:sldMk cId="0" sldId="5350"/>
            <ac:picMk id="15" creationId="{00000000-0000-0000-0000-000000000000}"/>
          </ac:picMkLst>
        </pc:picChg>
        <pc:picChg chg="mod">
          <ac:chgData name="Heba Youssef" userId="92d8dec5-9b80-4d98-8af9-94fd9d26f103" providerId="ADAL" clId="{78F1FACF-D458-4BFF-941A-BB62C3BA039A}" dt="2026-09-18T11:16:16.278" v="272" actId="1076"/>
          <ac:picMkLst>
            <pc:docMk/>
            <pc:sldMk cId="0" sldId="5350"/>
            <ac:picMk id="37" creationId="{00000000-0000-0000-0000-000000000000}"/>
          </ac:picMkLst>
        </pc:picChg>
        <pc:cxnChg chg="add del mod">
          <ac:chgData name="Heba Youssef" userId="92d8dec5-9b80-4d98-8af9-94fd9d26f103" providerId="ADAL" clId="{78F1FACF-D458-4BFF-941A-BB62C3BA039A}" dt="2026-09-18T11:12:36.510" v="163" actId="1076"/>
          <ac:cxnSpMkLst>
            <pc:docMk/>
            <pc:sldMk cId="0" sldId="5350"/>
            <ac:cxnSpMk id="39" creationId="{27B59BA3-A32C-49F4-2815-C381EC53EC0A}"/>
          </ac:cxnSpMkLst>
        </pc:cxnChg>
        <pc:cxnChg chg="add mod">
          <ac:chgData name="Heba Youssef" userId="92d8dec5-9b80-4d98-8af9-94fd9d26f103" providerId="ADAL" clId="{78F1FACF-D458-4BFF-941A-BB62C3BA039A}" dt="2026-09-18T11:12:34.518" v="162" actId="1076"/>
          <ac:cxnSpMkLst>
            <pc:docMk/>
            <pc:sldMk cId="0" sldId="5350"/>
            <ac:cxnSpMk id="40" creationId="{53915F8C-191D-055E-7AF7-38DBDCF6158E}"/>
          </ac:cxnSpMkLst>
        </pc:cxnChg>
      </pc:sldChg>
      <pc:sldChg chg="modSp mod addAnim delAnim modAnim">
        <pc:chgData name="Heba Youssef" userId="92d8dec5-9b80-4d98-8af9-94fd9d26f103" providerId="ADAL" clId="{78F1FACF-D458-4BFF-941A-BB62C3BA039A}" dt="2026-09-21T10:38:09.852" v="2448" actId="554"/>
        <pc:sldMkLst>
          <pc:docMk/>
          <pc:sldMk cId="0" sldId="5351"/>
        </pc:sldMkLst>
        <pc:spChg chg="mod">
          <ac:chgData name="Heba Youssef" userId="92d8dec5-9b80-4d98-8af9-94fd9d26f103" providerId="ADAL" clId="{78F1FACF-D458-4BFF-941A-BB62C3BA039A}" dt="2026-09-20T22:34:37.213" v="747" actId="1076"/>
          <ac:spMkLst>
            <pc:docMk/>
            <pc:sldMk cId="0" sldId="5351"/>
            <ac:spMk id="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34:37.213" v="747" actId="1076"/>
          <ac:spMkLst>
            <pc:docMk/>
            <pc:sldMk cId="0" sldId="5351"/>
            <ac:spMk id="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34:37.213" v="747" actId="1076"/>
          <ac:spMkLst>
            <pc:docMk/>
            <pc:sldMk cId="0" sldId="5351"/>
            <ac:spMk id="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34:37.213" v="747" actId="1076"/>
          <ac:spMkLst>
            <pc:docMk/>
            <pc:sldMk cId="0" sldId="5351"/>
            <ac:spMk id="8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34:37.213" v="747" actId="1076"/>
          <ac:spMkLst>
            <pc:docMk/>
            <pc:sldMk cId="0" sldId="5351"/>
            <ac:spMk id="9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34:37.213" v="747" actId="1076"/>
          <ac:spMkLst>
            <pc:docMk/>
            <pc:sldMk cId="0" sldId="5351"/>
            <ac:spMk id="1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34:37.213" v="747" actId="1076"/>
          <ac:spMkLst>
            <pc:docMk/>
            <pc:sldMk cId="0" sldId="5351"/>
            <ac:spMk id="11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34:37.213" v="747" actId="1076"/>
          <ac:spMkLst>
            <pc:docMk/>
            <pc:sldMk cId="0" sldId="5351"/>
            <ac:spMk id="12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8:09.852" v="2448" actId="554"/>
          <ac:spMkLst>
            <pc:docMk/>
            <pc:sldMk cId="0" sldId="5351"/>
            <ac:spMk id="3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05.370" v="2388" actId="122"/>
          <ac:spMkLst>
            <pc:docMk/>
            <pc:sldMk cId="0" sldId="5351"/>
            <ac:spMk id="3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8:09.852" v="2448" actId="554"/>
          <ac:spMkLst>
            <pc:docMk/>
            <pc:sldMk cId="0" sldId="5351"/>
            <ac:spMk id="38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05.370" v="2388" actId="122"/>
          <ac:spMkLst>
            <pc:docMk/>
            <pc:sldMk cId="0" sldId="5351"/>
            <ac:spMk id="39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8:09.852" v="2448" actId="554"/>
          <ac:spMkLst>
            <pc:docMk/>
            <pc:sldMk cId="0" sldId="5351"/>
            <ac:spMk id="4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05.370" v="2388" actId="122"/>
          <ac:spMkLst>
            <pc:docMk/>
            <pc:sldMk cId="0" sldId="5351"/>
            <ac:spMk id="41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8:09.852" v="2448" actId="554"/>
          <ac:spMkLst>
            <pc:docMk/>
            <pc:sldMk cId="0" sldId="5351"/>
            <ac:spMk id="42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05.370" v="2388" actId="122"/>
          <ac:spMkLst>
            <pc:docMk/>
            <pc:sldMk cId="0" sldId="5351"/>
            <ac:spMk id="4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51.606" v="2439" actId="1035"/>
          <ac:spMkLst>
            <pc:docMk/>
            <pc:sldMk cId="0" sldId="5351"/>
            <ac:spMk id="4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51.606" v="2439" actId="1035"/>
          <ac:spMkLst>
            <pc:docMk/>
            <pc:sldMk cId="0" sldId="5351"/>
            <ac:spMk id="4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51.606" v="2439" actId="1035"/>
          <ac:spMkLst>
            <pc:docMk/>
            <pc:sldMk cId="0" sldId="5351"/>
            <ac:spMk id="4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51.606" v="2439" actId="1035"/>
          <ac:spMkLst>
            <pc:docMk/>
            <pc:sldMk cId="0" sldId="5351"/>
            <ac:spMk id="4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51.606" v="2439" actId="1035"/>
          <ac:spMkLst>
            <pc:docMk/>
            <pc:sldMk cId="0" sldId="5351"/>
            <ac:spMk id="48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51.606" v="2439" actId="1035"/>
          <ac:spMkLst>
            <pc:docMk/>
            <pc:sldMk cId="0" sldId="5351"/>
            <ac:spMk id="49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51.606" v="2439" actId="1035"/>
          <ac:spMkLst>
            <pc:docMk/>
            <pc:sldMk cId="0" sldId="5351"/>
            <ac:spMk id="5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7:51.606" v="2439" actId="1035"/>
          <ac:spMkLst>
            <pc:docMk/>
            <pc:sldMk cId="0" sldId="5351"/>
            <ac:spMk id="51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1T10:31:47.734" v="2163" actId="313"/>
          <ac:spMkLst>
            <pc:docMk/>
            <pc:sldMk cId="0" sldId="5351"/>
            <ac:spMk id="52" creationId="{00000000-0000-0000-0000-000000000000}"/>
          </ac:spMkLst>
        </pc:spChg>
        <pc:graphicFrameChg chg="mod modGraphic">
          <ac:chgData name="Heba Youssef" userId="92d8dec5-9b80-4d98-8af9-94fd9d26f103" providerId="ADAL" clId="{78F1FACF-D458-4BFF-941A-BB62C3BA039A}" dt="2026-09-20T22:35:27.872" v="755"/>
          <ac:graphicFrameMkLst>
            <pc:docMk/>
            <pc:sldMk cId="0" sldId="5351"/>
            <ac:graphicFrameMk id="4" creationId="{00000000-0000-0000-0000-000000000000}"/>
          </ac:graphicFrameMkLst>
        </pc:graphicFrameChg>
      </pc:sldChg>
      <pc:sldChg chg="addSp delSp modSp mod addAnim delAnim modAnim">
        <pc:chgData name="Heba Youssef" userId="92d8dec5-9b80-4d98-8af9-94fd9d26f103" providerId="ADAL" clId="{78F1FACF-D458-4BFF-941A-BB62C3BA039A}" dt="2026-09-20T22:36:33.082" v="760"/>
        <pc:sldMkLst>
          <pc:docMk/>
          <pc:sldMk cId="0" sldId="5352"/>
        </pc:sldMkLst>
        <pc:spChg chg="mod">
          <ac:chgData name="Heba Youssef" userId="92d8dec5-9b80-4d98-8af9-94fd9d26f103" providerId="ADAL" clId="{78F1FACF-D458-4BFF-941A-BB62C3BA039A}" dt="2026-09-18T10:28:11.225" v="131" actId="14100"/>
          <ac:spMkLst>
            <pc:docMk/>
            <pc:sldMk cId="0" sldId="5352"/>
            <ac:spMk id="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8:36:12.029" v="17"/>
          <ac:spMkLst>
            <pc:docMk/>
            <pc:sldMk cId="0" sldId="5352"/>
            <ac:spMk id="15" creationId="{00000000-0000-0000-0000-000000000000}"/>
          </ac:spMkLst>
        </pc:spChg>
      </pc:sldChg>
      <pc:sldChg chg="modSp addAnim delAnim modAnim">
        <pc:chgData name="Heba Youssef" userId="92d8dec5-9b80-4d98-8af9-94fd9d26f103" providerId="ADAL" clId="{78F1FACF-D458-4BFF-941A-BB62C3BA039A}" dt="2026-09-21T00:08:44.137" v="2050" actId="20577"/>
        <pc:sldMkLst>
          <pc:docMk/>
          <pc:sldMk cId="0" sldId="5353"/>
        </pc:sldMkLst>
        <pc:spChg chg="mod">
          <ac:chgData name="Heba Youssef" userId="92d8dec5-9b80-4d98-8af9-94fd9d26f103" providerId="ADAL" clId="{78F1FACF-D458-4BFF-941A-BB62C3BA039A}" dt="2026-09-21T00:08:44.137" v="2050" actId="20577"/>
          <ac:spMkLst>
            <pc:docMk/>
            <pc:sldMk cId="0" sldId="5353"/>
            <ac:spMk id="4" creationId="{00000000-0000-0000-0000-000000000000}"/>
          </ac:spMkLst>
        </pc:spChg>
      </pc:sldChg>
      <pc:sldChg chg="delSp modSp mod addAnim delAnim modAnim">
        <pc:chgData name="Heba Youssef" userId="92d8dec5-9b80-4d98-8af9-94fd9d26f103" providerId="ADAL" clId="{78F1FACF-D458-4BFF-941A-BB62C3BA039A}" dt="2026-09-20T22:42:31.598" v="873" actId="478"/>
        <pc:sldMkLst>
          <pc:docMk/>
          <pc:sldMk cId="0" sldId="5354"/>
        </pc:sldMkLst>
        <pc:spChg chg="mod">
          <ac:chgData name="Heba Youssef" userId="92d8dec5-9b80-4d98-8af9-94fd9d26f103" providerId="ADAL" clId="{78F1FACF-D458-4BFF-941A-BB62C3BA039A}" dt="2026-09-20T22:42:06.297" v="831" actId="20577"/>
          <ac:spMkLst>
            <pc:docMk/>
            <pc:sldMk cId="0" sldId="5354"/>
            <ac:spMk id="21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2:28.672" v="872" actId="20577"/>
          <ac:spMkLst>
            <pc:docMk/>
            <pc:sldMk cId="0" sldId="5354"/>
            <ac:spMk id="2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9:14:15.096" v="121" actId="20577"/>
          <ac:spMkLst>
            <pc:docMk/>
            <pc:sldMk cId="0" sldId="5354"/>
            <ac:spMk id="27" creationId="{00000000-0000-0000-0000-000000000000}"/>
          </ac:spMkLst>
        </pc:spChg>
        <pc:spChg chg="del mod">
          <ac:chgData name="Heba Youssef" userId="92d8dec5-9b80-4d98-8af9-94fd9d26f103" providerId="ADAL" clId="{78F1FACF-D458-4BFF-941A-BB62C3BA039A}" dt="2026-09-20T22:42:31.598" v="873" actId="478"/>
          <ac:spMkLst>
            <pc:docMk/>
            <pc:sldMk cId="0" sldId="5354"/>
            <ac:spMk id="91" creationId="{00000000-0000-0000-0000-000000000000}"/>
          </ac:spMkLst>
        </pc:spChg>
      </pc:sldChg>
      <pc:sldChg chg="addSp delSp modSp mod addAnim delAnim modAnim modCm modNotesTx">
        <pc:chgData name="Heba Youssef" userId="92d8dec5-9b80-4d98-8af9-94fd9d26f103" providerId="ADAL" clId="{78F1FACF-D458-4BFF-941A-BB62C3BA039A}" dt="2026-09-20T22:56:26.425" v="1053"/>
        <pc:sldMkLst>
          <pc:docMk/>
          <pc:sldMk cId="0" sldId="5355"/>
        </pc:sldMkLst>
        <pc:spChg chg="add mod">
          <ac:chgData name="Heba Youssef" userId="92d8dec5-9b80-4d98-8af9-94fd9d26f103" providerId="ADAL" clId="{78F1FACF-D458-4BFF-941A-BB62C3BA039A}" dt="2026-09-20T22:46:11.605" v="891" actId="1076"/>
          <ac:spMkLst>
            <pc:docMk/>
            <pc:sldMk cId="0" sldId="5355"/>
            <ac:spMk id="19" creationId="{BA0E3B72-C869-E257-68B4-250384F01EF3}"/>
          </ac:spMkLst>
        </pc:spChg>
        <pc:spChg chg="add del">
          <ac:chgData name="Heba Youssef" userId="92d8dec5-9b80-4d98-8af9-94fd9d26f103" providerId="ADAL" clId="{78F1FACF-D458-4BFF-941A-BB62C3BA039A}" dt="2026-09-20T22:46:22.842" v="899" actId="478"/>
          <ac:spMkLst>
            <pc:docMk/>
            <pc:sldMk cId="0" sldId="5355"/>
            <ac:spMk id="21" creationId="{99143EE1-88BF-6C48-5BC3-9688519E27D0}"/>
          </ac:spMkLst>
        </pc:spChg>
        <pc:spChg chg="add mod">
          <ac:chgData name="Heba Youssef" userId="92d8dec5-9b80-4d98-8af9-94fd9d26f103" providerId="ADAL" clId="{78F1FACF-D458-4BFF-941A-BB62C3BA039A}" dt="2026-09-20T22:46:19.508" v="898" actId="20577"/>
          <ac:spMkLst>
            <pc:docMk/>
            <pc:sldMk cId="0" sldId="5355"/>
            <ac:spMk id="23" creationId="{73B7EDF8-DD53-6058-D07B-A4F8DAAEA2E1}"/>
          </ac:spMkLst>
        </pc:spChg>
        <pc:spChg chg="add mod">
          <ac:chgData name="Heba Youssef" userId="92d8dec5-9b80-4d98-8af9-94fd9d26f103" providerId="ADAL" clId="{78F1FACF-D458-4BFF-941A-BB62C3BA039A}" dt="2026-09-20T22:47:04.299" v="952" actId="207"/>
          <ac:spMkLst>
            <pc:docMk/>
            <pc:sldMk cId="0" sldId="5355"/>
            <ac:spMk id="25" creationId="{DEDA61C3-5CB0-AD6F-15AB-6C36FC922B03}"/>
          </ac:spMkLst>
        </pc:spChg>
        <pc:spChg chg="add del mod">
          <ac:chgData name="Heba Youssef" userId="92d8dec5-9b80-4d98-8af9-94fd9d26f103" providerId="ADAL" clId="{78F1FACF-D458-4BFF-941A-BB62C3BA039A}" dt="2026-09-20T22:50:55.910" v="1016" actId="478"/>
          <ac:spMkLst>
            <pc:docMk/>
            <pc:sldMk cId="0" sldId="5355"/>
            <ac:spMk id="26" creationId="{B8174843-4DA1-6CCC-58FA-C362B9FF8283}"/>
          </ac:spMkLst>
        </pc:spChg>
        <pc:spChg chg="add mod">
          <ac:chgData name="Heba Youssef" userId="92d8dec5-9b80-4d98-8af9-94fd9d26f103" providerId="ADAL" clId="{78F1FACF-D458-4BFF-941A-BB62C3BA039A}" dt="2026-09-20T22:54:02.703" v="1040" actId="1076"/>
          <ac:spMkLst>
            <pc:docMk/>
            <pc:sldMk cId="0" sldId="5355"/>
            <ac:spMk id="28" creationId="{505026AC-99BB-477E-2C2F-47032743AB9F}"/>
          </ac:spMkLst>
        </pc:spChg>
        <pc:spChg chg="mod">
          <ac:chgData name="Heba Youssef" userId="92d8dec5-9b80-4d98-8af9-94fd9d26f103" providerId="ADAL" clId="{78F1FACF-D458-4BFF-941A-BB62C3BA039A}" dt="2026-09-20T22:54:02.351" v="1039" actId="1076"/>
          <ac:spMkLst>
            <pc:docMk/>
            <pc:sldMk cId="0" sldId="5355"/>
            <ac:spMk id="5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54:02.351" v="1039" actId="1076"/>
          <ac:spMkLst>
            <pc:docMk/>
            <pc:sldMk cId="0" sldId="5355"/>
            <ac:spMk id="5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54:02.351" v="1039" actId="1076"/>
          <ac:spMkLst>
            <pc:docMk/>
            <pc:sldMk cId="0" sldId="5355"/>
            <ac:spMk id="5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54:02.351" v="1039" actId="1076"/>
          <ac:spMkLst>
            <pc:docMk/>
            <pc:sldMk cId="0" sldId="5355"/>
            <ac:spMk id="5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5:38.273" v="882"/>
          <ac:spMkLst>
            <pc:docMk/>
            <pc:sldMk cId="0" sldId="5355"/>
            <ac:spMk id="57" creationId="{CF9C91B1-AFC4-7DB9-D557-386C4009B090}"/>
          </ac:spMkLst>
        </pc:spChg>
        <pc:spChg chg="mod">
          <ac:chgData name="Heba Youssef" userId="92d8dec5-9b80-4d98-8af9-94fd9d26f103" providerId="ADAL" clId="{78F1FACF-D458-4BFF-941A-BB62C3BA039A}" dt="2026-09-20T22:44:11.325" v="877" actId="5736"/>
          <ac:spMkLst>
            <pc:docMk/>
            <pc:sldMk cId="0" sldId="5355"/>
            <ac:spMk id="12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4:11.325" v="877" actId="5736"/>
          <ac:spMkLst>
            <pc:docMk/>
            <pc:sldMk cId="0" sldId="5355"/>
            <ac:spMk id="12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4:11.325" v="877" actId="5736"/>
          <ac:spMkLst>
            <pc:docMk/>
            <pc:sldMk cId="0" sldId="5355"/>
            <ac:spMk id="12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4:11.325" v="877" actId="5736"/>
          <ac:spMkLst>
            <pc:docMk/>
            <pc:sldMk cId="0" sldId="5355"/>
            <ac:spMk id="128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4:11.325" v="877" actId="5736"/>
          <ac:spMkLst>
            <pc:docMk/>
            <pc:sldMk cId="0" sldId="5355"/>
            <ac:spMk id="131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4:11.325" v="877" actId="5736"/>
          <ac:spMkLst>
            <pc:docMk/>
            <pc:sldMk cId="0" sldId="5355"/>
            <ac:spMk id="13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4:11.325" v="877" actId="5736"/>
          <ac:spMkLst>
            <pc:docMk/>
            <pc:sldMk cId="0" sldId="5355"/>
            <ac:spMk id="13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4:11.325" v="877" actId="5736"/>
          <ac:spMkLst>
            <pc:docMk/>
            <pc:sldMk cId="0" sldId="5355"/>
            <ac:spMk id="13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4:11.325" v="877" actId="5736"/>
          <ac:spMkLst>
            <pc:docMk/>
            <pc:sldMk cId="0" sldId="5355"/>
            <ac:spMk id="139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4:11.325" v="877" actId="5736"/>
          <ac:spMkLst>
            <pc:docMk/>
            <pc:sldMk cId="0" sldId="5355"/>
            <ac:spMk id="14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9:51.876" v="985" actId="1076"/>
          <ac:spMkLst>
            <pc:docMk/>
            <pc:sldMk cId="0" sldId="5355"/>
            <ac:spMk id="15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9:51.876" v="985" actId="1076"/>
          <ac:spMkLst>
            <pc:docMk/>
            <pc:sldMk cId="0" sldId="5355"/>
            <ac:spMk id="15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50:09.801" v="1006" actId="20577"/>
          <ac:spMkLst>
            <pc:docMk/>
            <pc:sldMk cId="0" sldId="5355"/>
            <ac:spMk id="15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9:51.876" v="985" actId="1076"/>
          <ac:spMkLst>
            <pc:docMk/>
            <pc:sldMk cId="0" sldId="5355"/>
            <ac:spMk id="15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2:49:51.876" v="985" actId="1076"/>
          <ac:spMkLst>
            <pc:docMk/>
            <pc:sldMk cId="0" sldId="5355"/>
            <ac:spMk id="159" creationId="{00000000-0000-0000-0000-000000000000}"/>
          </ac:spMkLst>
        </pc:spChg>
        <pc:graphicFrameChg chg="mod">
          <ac:chgData name="Heba Youssef" userId="92d8dec5-9b80-4d98-8af9-94fd9d26f103" providerId="ADAL" clId="{78F1FACF-D458-4BFF-941A-BB62C3BA039A}" dt="2026-09-20T22:52:19.432" v="1026"/>
          <ac:graphicFrameMkLst>
            <pc:docMk/>
            <pc:sldMk cId="0" sldId="5355"/>
            <ac:graphicFrameMk id="120" creationId="{00000000-0000-0000-0000-000000000000}"/>
          </ac:graphicFrameMkLst>
        </pc:graphicFrameChg>
        <pc:cxnChg chg="mod">
          <ac:chgData name="Heba Youssef" userId="92d8dec5-9b80-4d98-8af9-94fd9d26f103" providerId="ADAL" clId="{78F1FACF-D458-4BFF-941A-BB62C3BA039A}" dt="2026-09-20T22:49:51.876" v="985" actId="1076"/>
          <ac:cxnSpMkLst>
            <pc:docMk/>
            <pc:sldMk cId="0" sldId="5355"/>
            <ac:cxnSpMk id="152" creationId="{00000000-0000-0000-0000-000000000000}"/>
          </ac:cxnSpMkLst>
        </pc:cxnChg>
        <pc:cxnChg chg="mod">
          <ac:chgData name="Heba Youssef" userId="92d8dec5-9b80-4d98-8af9-94fd9d26f103" providerId="ADAL" clId="{78F1FACF-D458-4BFF-941A-BB62C3BA039A}" dt="2026-09-20T22:49:51.876" v="985" actId="1076"/>
          <ac:cxnSpMkLst>
            <pc:docMk/>
            <pc:sldMk cId="0" sldId="5355"/>
            <ac:cxnSpMk id="156" creationId="{00000000-0000-0000-0000-000000000000}"/>
          </ac:cxnSpMkLst>
        </pc:cxnChg>
        <pc:cxnChg chg="mod">
          <ac:chgData name="Heba Youssef" userId="92d8dec5-9b80-4d98-8af9-94fd9d26f103" providerId="ADAL" clId="{78F1FACF-D458-4BFF-941A-BB62C3BA039A}" dt="2026-09-20T22:49:51.876" v="985" actId="1076"/>
          <ac:cxnSpMkLst>
            <pc:docMk/>
            <pc:sldMk cId="0" sldId="5355"/>
            <ac:cxnSpMk id="158" creationId="{00000000-0000-0000-0000-00000000000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Heba Youssef" userId="92d8dec5-9b80-4d98-8af9-94fd9d26f103" providerId="ADAL" clId="{78F1FACF-D458-4BFF-941A-BB62C3BA039A}" dt="2026-09-20T22:52:13.495" v="1023" actId="20577"/>
              <pc2:cmMkLst xmlns:pc2="http://schemas.microsoft.com/office/powerpoint/2019/9/main/command">
                <pc:docMk/>
                <pc:sldMk cId="0" sldId="5355"/>
                <pc2:cmMk id="{F49DE74F-EC5F-4352-B85A-463B5E29799B}"/>
              </pc2:cmMkLst>
            </pc226:cmChg>
          </p:ext>
        </pc:extLst>
      </pc:sldChg>
      <pc:sldChg chg="ord addAnim delAnim modAnim">
        <pc:chgData name="Heba Youssef" userId="92d8dec5-9b80-4d98-8af9-94fd9d26f103" providerId="ADAL" clId="{78F1FACF-D458-4BFF-941A-BB62C3BA039A}" dt="2026-09-21T10:38:48.628" v="2456"/>
        <pc:sldMkLst>
          <pc:docMk/>
          <pc:sldMk cId="0" sldId="5356"/>
        </pc:sldMkLst>
      </pc:sldChg>
      <pc:sldChg chg="addSp delSp modSp mod addAnim delAnim modAnim">
        <pc:chgData name="Heba Youssef" userId="92d8dec5-9b80-4d98-8af9-94fd9d26f103" providerId="ADAL" clId="{78F1FACF-D458-4BFF-941A-BB62C3BA039A}" dt="2026-09-20T23:06:38.614" v="1137" actId="1076"/>
        <pc:sldMkLst>
          <pc:docMk/>
          <pc:sldMk cId="0" sldId="5357"/>
        </pc:sldMkLst>
        <pc:spChg chg="mod">
          <ac:chgData name="Heba Youssef" userId="92d8dec5-9b80-4d98-8af9-94fd9d26f103" providerId="ADAL" clId="{78F1FACF-D458-4BFF-941A-BB62C3BA039A}" dt="2026-09-20T23:06:38.614" v="1137" actId="1076"/>
          <ac:spMkLst>
            <pc:docMk/>
            <pc:sldMk cId="0" sldId="5357"/>
            <ac:spMk id="19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06:38.614" v="1137" actId="1076"/>
          <ac:spMkLst>
            <pc:docMk/>
            <pc:sldMk cId="0" sldId="5357"/>
            <ac:spMk id="2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03:41.891" v="1110" actId="1076"/>
          <ac:spMkLst>
            <pc:docMk/>
            <pc:sldMk cId="0" sldId="5357"/>
            <ac:spMk id="2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03:41.891" v="1110" actId="1076"/>
          <ac:spMkLst>
            <pc:docMk/>
            <pc:sldMk cId="0" sldId="5357"/>
            <ac:spMk id="2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03:41.891" v="1110" actId="1076"/>
          <ac:spMkLst>
            <pc:docMk/>
            <pc:sldMk cId="0" sldId="5357"/>
            <ac:spMk id="2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03:41.891" v="1110" actId="1076"/>
          <ac:spMkLst>
            <pc:docMk/>
            <pc:sldMk cId="0" sldId="5357"/>
            <ac:spMk id="2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03:41.891" v="1110" actId="1076"/>
          <ac:spMkLst>
            <pc:docMk/>
            <pc:sldMk cId="0" sldId="5357"/>
            <ac:spMk id="2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03:41.891" v="1110" actId="1076"/>
          <ac:spMkLst>
            <pc:docMk/>
            <pc:sldMk cId="0" sldId="5357"/>
            <ac:spMk id="28" creationId="{00000000-0000-0000-0000-000000000000}"/>
          </ac:spMkLst>
        </pc:spChg>
        <pc:spChg chg="add mod">
          <ac:chgData name="Heba Youssef" userId="92d8dec5-9b80-4d98-8af9-94fd9d26f103" providerId="ADAL" clId="{78F1FACF-D458-4BFF-941A-BB62C3BA039A}" dt="2026-09-20T23:06:30.562" v="1135" actId="1076"/>
          <ac:spMkLst>
            <pc:docMk/>
            <pc:sldMk cId="0" sldId="5357"/>
            <ac:spMk id="30" creationId="{E0837E10-5DA1-2C23-9CFB-C864FB7D8B75}"/>
          </ac:spMkLst>
        </pc:spChg>
        <pc:graphicFrameChg chg="mod">
          <ac:chgData name="Heba Youssef" userId="92d8dec5-9b80-4d98-8af9-94fd9d26f103" providerId="ADAL" clId="{78F1FACF-D458-4BFF-941A-BB62C3BA039A}" dt="2026-09-20T23:06:34.712" v="1136" actId="1076"/>
          <ac:graphicFrameMkLst>
            <pc:docMk/>
            <pc:sldMk cId="0" sldId="5357"/>
            <ac:graphicFrameMk id="21" creationId="{00000000-0000-0000-0000-000000000000}"/>
          </ac:graphicFrameMkLst>
        </pc:graphicFrameChg>
        <pc:cxnChg chg="del">
          <ac:chgData name="Heba Youssef" userId="92d8dec5-9b80-4d98-8af9-94fd9d26f103" providerId="ADAL" clId="{78F1FACF-D458-4BFF-941A-BB62C3BA039A}" dt="2026-09-20T23:01:30.955" v="1096" actId="478"/>
          <ac:cxnSpMkLst>
            <pc:docMk/>
            <pc:sldMk cId="0" sldId="5357"/>
            <ac:cxnSpMk id="22" creationId="{00000000-0000-0000-0000-000000000000}"/>
          </ac:cxnSpMkLst>
        </pc:cxnChg>
      </pc:sldChg>
      <pc:sldChg chg="addSp delSp modSp mod addAnim delAnim modAnim">
        <pc:chgData name="Heba Youssef" userId="92d8dec5-9b80-4d98-8af9-94fd9d26f103" providerId="ADAL" clId="{78F1FACF-D458-4BFF-941A-BB62C3BA039A}" dt="2026-09-20T23:10:12.557" v="1299"/>
        <pc:sldMkLst>
          <pc:docMk/>
          <pc:sldMk cId="0" sldId="5358"/>
        </pc:sldMkLst>
        <pc:spChg chg="mod">
          <ac:chgData name="Heba Youssef" userId="92d8dec5-9b80-4d98-8af9-94fd9d26f103" providerId="ADAL" clId="{78F1FACF-D458-4BFF-941A-BB62C3BA039A}" dt="2026-09-20T23:09:36.245" v="1293" actId="552"/>
          <ac:spMkLst>
            <pc:docMk/>
            <pc:sldMk cId="0" sldId="5358"/>
            <ac:spMk id="20" creationId="{00000000-0000-0000-0000-000000000000}"/>
          </ac:spMkLst>
        </pc:spChg>
        <pc:spChg chg="add del mod">
          <ac:chgData name="Heba Youssef" userId="92d8dec5-9b80-4d98-8af9-94fd9d26f103" providerId="ADAL" clId="{78F1FACF-D458-4BFF-941A-BB62C3BA039A}" dt="2026-09-20T23:07:39.351" v="1149" actId="22"/>
          <ac:spMkLst>
            <pc:docMk/>
            <pc:sldMk cId="0" sldId="5358"/>
            <ac:spMk id="22" creationId="{30FF6B05-C0C3-0E23-906E-92FC06AD1573}"/>
          </ac:spMkLst>
        </pc:spChg>
        <pc:spChg chg="add mod">
          <ac:chgData name="Heba Youssef" userId="92d8dec5-9b80-4d98-8af9-94fd9d26f103" providerId="ADAL" clId="{78F1FACF-D458-4BFF-941A-BB62C3BA039A}" dt="2026-09-20T23:09:39.935" v="1294" actId="408"/>
          <ac:spMkLst>
            <pc:docMk/>
            <pc:sldMk cId="0" sldId="5358"/>
            <ac:spMk id="24" creationId="{F92DB065-6011-B240-E69B-385DEDF71E63}"/>
          </ac:spMkLst>
        </pc:spChg>
        <pc:spChg chg="add mod">
          <ac:chgData name="Heba Youssef" userId="92d8dec5-9b80-4d98-8af9-94fd9d26f103" providerId="ADAL" clId="{78F1FACF-D458-4BFF-941A-BB62C3BA039A}" dt="2026-09-20T23:09:39.935" v="1294" actId="408"/>
          <ac:spMkLst>
            <pc:docMk/>
            <pc:sldMk cId="0" sldId="5358"/>
            <ac:spMk id="26" creationId="{41FA795F-91AA-6252-9138-DB4FF9916E0C}"/>
          </ac:spMkLst>
        </pc:spChg>
        <pc:spChg chg="add mod">
          <ac:chgData name="Heba Youssef" userId="92d8dec5-9b80-4d98-8af9-94fd9d26f103" providerId="ADAL" clId="{78F1FACF-D458-4BFF-941A-BB62C3BA039A}" dt="2026-09-20T23:09:36.245" v="1293" actId="552"/>
          <ac:spMkLst>
            <pc:docMk/>
            <pc:sldMk cId="0" sldId="5358"/>
            <ac:spMk id="28" creationId="{BC1BE6BA-CC0B-1A12-0324-3D362CA25BE8}"/>
          </ac:spMkLst>
        </pc:spChg>
      </pc:sldChg>
      <pc:sldChg chg="modSp mod addAnim delAnim modAnim">
        <pc:chgData name="Heba Youssef" userId="92d8dec5-9b80-4d98-8af9-94fd9d26f103" providerId="ADAL" clId="{78F1FACF-D458-4BFF-941A-BB62C3BA039A}" dt="2026-09-20T23:48:57.251" v="2031" actId="20577"/>
        <pc:sldMkLst>
          <pc:docMk/>
          <pc:sldMk cId="0" sldId="5359"/>
        </pc:sldMkLst>
        <pc:spChg chg="mod">
          <ac:chgData name="Heba Youssef" userId="92d8dec5-9b80-4d98-8af9-94fd9d26f103" providerId="ADAL" clId="{78F1FACF-D458-4BFF-941A-BB62C3BA039A}" dt="2026-09-20T23:48:55.563" v="2030" actId="20577"/>
          <ac:spMkLst>
            <pc:docMk/>
            <pc:sldMk cId="0" sldId="5359"/>
            <ac:spMk id="2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48:57.251" v="2031" actId="20577"/>
          <ac:spMkLst>
            <pc:docMk/>
            <pc:sldMk cId="0" sldId="5359"/>
            <ac:spMk id="24" creationId="{00000000-0000-0000-0000-000000000000}"/>
          </ac:spMkLst>
        </pc:spChg>
        <pc:graphicFrameChg chg="modGraphic">
          <ac:chgData name="Heba Youssef" userId="92d8dec5-9b80-4d98-8af9-94fd9d26f103" providerId="ADAL" clId="{78F1FACF-D458-4BFF-941A-BB62C3BA039A}" dt="2026-09-20T23:48:43.584" v="2029" actId="20577"/>
          <ac:graphicFrameMkLst>
            <pc:docMk/>
            <pc:sldMk cId="0" sldId="5359"/>
            <ac:graphicFrameMk id="19" creationId="{00000000-0000-0000-0000-000000000000}"/>
          </ac:graphicFrameMkLst>
        </pc:graphicFrameChg>
      </pc:sldChg>
      <pc:sldChg chg="delSp modSp mod addAnim delAnim modAnim">
        <pc:chgData name="Heba Youssef" userId="92d8dec5-9b80-4d98-8af9-94fd9d26f103" providerId="ADAL" clId="{78F1FACF-D458-4BFF-941A-BB62C3BA039A}" dt="2026-09-20T23:12:45.105" v="1349"/>
        <pc:sldMkLst>
          <pc:docMk/>
          <pc:sldMk cId="0" sldId="5360"/>
        </pc:sldMkLst>
        <pc:spChg chg="mod">
          <ac:chgData name="Heba Youssef" userId="92d8dec5-9b80-4d98-8af9-94fd9d26f103" providerId="ADAL" clId="{78F1FACF-D458-4BFF-941A-BB62C3BA039A}" dt="2026-09-20T23:12:13.827" v="1343" actId="1035"/>
          <ac:spMkLst>
            <pc:docMk/>
            <pc:sldMk cId="0" sldId="5360"/>
            <ac:spMk id="19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2:13.827" v="1343" actId="1035"/>
          <ac:spMkLst>
            <pc:docMk/>
            <pc:sldMk cId="0" sldId="5360"/>
            <ac:spMk id="2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2:13.827" v="1343" actId="1035"/>
          <ac:spMkLst>
            <pc:docMk/>
            <pc:sldMk cId="0" sldId="5360"/>
            <ac:spMk id="21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2:13.827" v="1343" actId="1035"/>
          <ac:spMkLst>
            <pc:docMk/>
            <pc:sldMk cId="0" sldId="5360"/>
            <ac:spMk id="22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2:13.827" v="1343" actId="1035"/>
          <ac:spMkLst>
            <pc:docMk/>
            <pc:sldMk cId="0" sldId="5360"/>
            <ac:spMk id="2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2:13.827" v="1343" actId="1035"/>
          <ac:spMkLst>
            <pc:docMk/>
            <pc:sldMk cId="0" sldId="5360"/>
            <ac:spMk id="2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2:13.827" v="1343" actId="1035"/>
          <ac:spMkLst>
            <pc:docMk/>
            <pc:sldMk cId="0" sldId="5360"/>
            <ac:spMk id="2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2:13.827" v="1343" actId="1035"/>
          <ac:spMkLst>
            <pc:docMk/>
            <pc:sldMk cId="0" sldId="5360"/>
            <ac:spMk id="2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2:13.827" v="1343" actId="1035"/>
          <ac:spMkLst>
            <pc:docMk/>
            <pc:sldMk cId="0" sldId="5360"/>
            <ac:spMk id="2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9:14:49.261" v="122" actId="1076"/>
          <ac:spMkLst>
            <pc:docMk/>
            <pc:sldMk cId="0" sldId="5360"/>
            <ac:spMk id="29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9:14:49.261" v="122" actId="1076"/>
          <ac:spMkLst>
            <pc:docMk/>
            <pc:sldMk cId="0" sldId="5360"/>
            <ac:spMk id="3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9:14:49.261" v="122" actId="1076"/>
          <ac:spMkLst>
            <pc:docMk/>
            <pc:sldMk cId="0" sldId="5360"/>
            <ac:spMk id="31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9:14:49.261" v="122" actId="1076"/>
          <ac:spMkLst>
            <pc:docMk/>
            <pc:sldMk cId="0" sldId="5360"/>
            <ac:spMk id="32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9:14:49.261" v="122" actId="1076"/>
          <ac:spMkLst>
            <pc:docMk/>
            <pc:sldMk cId="0" sldId="5360"/>
            <ac:spMk id="3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9:14:49.261" v="122" actId="1076"/>
          <ac:spMkLst>
            <pc:docMk/>
            <pc:sldMk cId="0" sldId="5360"/>
            <ac:spMk id="3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9:14:49.261" v="122" actId="1076"/>
          <ac:spMkLst>
            <pc:docMk/>
            <pc:sldMk cId="0" sldId="5360"/>
            <ac:spMk id="3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18T09:14:49.261" v="122" actId="1076"/>
          <ac:spMkLst>
            <pc:docMk/>
            <pc:sldMk cId="0" sldId="5360"/>
            <ac:spMk id="36" creationId="{00000000-0000-0000-0000-000000000000}"/>
          </ac:spMkLst>
        </pc:spChg>
        <pc:cxnChg chg="del mod">
          <ac:chgData name="Heba Youssef" userId="92d8dec5-9b80-4d98-8af9-94fd9d26f103" providerId="ADAL" clId="{78F1FACF-D458-4BFF-941A-BB62C3BA039A}" dt="2026-09-20T23:12:06.491" v="1311" actId="478"/>
          <ac:cxnSpMkLst>
            <pc:docMk/>
            <pc:sldMk cId="0" sldId="5360"/>
            <ac:cxnSpMk id="28" creationId="{00000000-0000-0000-0000-000000000000}"/>
          </ac:cxnSpMkLst>
        </pc:cxnChg>
      </pc:sldChg>
      <pc:sldChg chg="delSp mod addAnim delAnim modAnim">
        <pc:chgData name="Heba Youssef" userId="92d8dec5-9b80-4d98-8af9-94fd9d26f103" providerId="ADAL" clId="{78F1FACF-D458-4BFF-941A-BB62C3BA039A}" dt="2026-09-20T23:13:53.402" v="1360"/>
        <pc:sldMkLst>
          <pc:docMk/>
          <pc:sldMk cId="0" sldId="5361"/>
        </pc:sldMkLst>
        <pc:spChg chg="del">
          <ac:chgData name="Heba Youssef" userId="92d8dec5-9b80-4d98-8af9-94fd9d26f103" providerId="ADAL" clId="{78F1FACF-D458-4BFF-941A-BB62C3BA039A}" dt="2026-09-20T23:13:50.987" v="1359" actId="478"/>
          <ac:spMkLst>
            <pc:docMk/>
            <pc:sldMk cId="0" sldId="5361"/>
            <ac:spMk id="27" creationId="{00000000-0000-0000-0000-000000000000}"/>
          </ac:spMkLst>
        </pc:spChg>
      </pc:sldChg>
      <pc:sldChg chg="addSp delSp modSp mod addAnim delAnim modAnim modNotesTx">
        <pc:chgData name="Heba Youssef" userId="92d8dec5-9b80-4d98-8af9-94fd9d26f103" providerId="ADAL" clId="{78F1FACF-D458-4BFF-941A-BB62C3BA039A}" dt="2026-09-21T04:12:51.824" v="2051" actId="20577"/>
        <pc:sldMkLst>
          <pc:docMk/>
          <pc:sldMk cId="0" sldId="5362"/>
        </pc:sldMkLst>
        <pc:spChg chg="mod">
          <ac:chgData name="Heba Youssef" userId="92d8dec5-9b80-4d98-8af9-94fd9d26f103" providerId="ADAL" clId="{78F1FACF-D458-4BFF-941A-BB62C3BA039A}" dt="2026-09-20T23:14:43.484" v="1376" actId="1036"/>
          <ac:spMkLst>
            <pc:docMk/>
            <pc:sldMk cId="0" sldId="5362"/>
            <ac:spMk id="19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4:43.484" v="1376" actId="1036"/>
          <ac:spMkLst>
            <pc:docMk/>
            <pc:sldMk cId="0" sldId="5362"/>
            <ac:spMk id="2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4:43.484" v="1376" actId="1036"/>
          <ac:spMkLst>
            <pc:docMk/>
            <pc:sldMk cId="0" sldId="5362"/>
            <ac:spMk id="21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4:43.484" v="1376" actId="1036"/>
          <ac:spMkLst>
            <pc:docMk/>
            <pc:sldMk cId="0" sldId="5362"/>
            <ac:spMk id="22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4:43.484" v="1376" actId="1036"/>
          <ac:spMkLst>
            <pc:docMk/>
            <pc:sldMk cId="0" sldId="5362"/>
            <ac:spMk id="2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4:43.484" v="1376" actId="1036"/>
          <ac:spMkLst>
            <pc:docMk/>
            <pc:sldMk cId="0" sldId="5362"/>
            <ac:spMk id="2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4:43.484" v="1376" actId="1036"/>
          <ac:spMkLst>
            <pc:docMk/>
            <pc:sldMk cId="0" sldId="5362"/>
            <ac:spMk id="25" creationId="{00000000-0000-0000-0000-000000000000}"/>
          </ac:spMkLst>
        </pc:spChg>
        <pc:spChg chg="add del mod">
          <ac:chgData name="Heba Youssef" userId="92d8dec5-9b80-4d98-8af9-94fd9d26f103" providerId="ADAL" clId="{78F1FACF-D458-4BFF-941A-BB62C3BA039A}" dt="2026-09-20T19:01:23.776" v="356"/>
          <ac:spMkLst>
            <pc:docMk/>
            <pc:sldMk cId="0" sldId="5362"/>
            <ac:spMk id="26" creationId="{B207B566-503C-9E0C-BE21-63512B3B5073}"/>
          </ac:spMkLst>
        </pc:spChg>
      </pc:sldChg>
      <pc:sldChg chg="addAnim delAnim modAnim">
        <pc:chgData name="Heba Youssef" userId="92d8dec5-9b80-4d98-8af9-94fd9d26f103" providerId="ADAL" clId="{78F1FACF-D458-4BFF-941A-BB62C3BA039A}" dt="2026-09-20T23:15:08.142" v="1380"/>
        <pc:sldMkLst>
          <pc:docMk/>
          <pc:sldMk cId="0" sldId="5363"/>
        </pc:sldMkLst>
      </pc:sldChg>
      <pc:sldChg chg="addAnim delAnim modAnim">
        <pc:chgData name="Heba Youssef" userId="92d8dec5-9b80-4d98-8af9-94fd9d26f103" providerId="ADAL" clId="{78F1FACF-D458-4BFF-941A-BB62C3BA039A}" dt="2026-09-20T23:15:19.858" v="1382"/>
        <pc:sldMkLst>
          <pc:docMk/>
          <pc:sldMk cId="0" sldId="5364"/>
        </pc:sldMkLst>
      </pc:sldChg>
      <pc:sldChg chg="modSp mod addAnim delAnim modAnim">
        <pc:chgData name="Heba Youssef" userId="92d8dec5-9b80-4d98-8af9-94fd9d26f103" providerId="ADAL" clId="{78F1FACF-D458-4BFF-941A-BB62C3BA039A}" dt="2026-09-20T23:17:51.126" v="1783" actId="1076"/>
        <pc:sldMkLst>
          <pc:docMk/>
          <pc:sldMk cId="0" sldId="5365"/>
        </pc:sldMkLst>
        <pc:spChg chg="mod">
          <ac:chgData name="Heba Youssef" userId="92d8dec5-9b80-4d98-8af9-94fd9d26f103" providerId="ADAL" clId="{78F1FACF-D458-4BFF-941A-BB62C3BA039A}" dt="2026-09-20T23:17:51.126" v="1783" actId="1076"/>
          <ac:spMkLst>
            <pc:docMk/>
            <pc:sldMk cId="0" sldId="5365"/>
            <ac:spMk id="5" creationId="{00000000-0000-0000-0000-000000000000}"/>
          </ac:spMkLst>
        </pc:spChg>
      </pc:sldChg>
      <pc:sldChg chg="modSp mod addAnim delAnim modAnim">
        <pc:chgData name="Heba Youssef" userId="92d8dec5-9b80-4d98-8af9-94fd9d26f103" providerId="ADAL" clId="{78F1FACF-D458-4BFF-941A-BB62C3BA039A}" dt="2026-09-20T23:19:14.348" v="1791" actId="1076"/>
        <pc:sldMkLst>
          <pc:docMk/>
          <pc:sldMk cId="0" sldId="5366"/>
        </pc:sldMkLst>
        <pc:spChg chg="mod">
          <ac:chgData name="Heba Youssef" userId="92d8dec5-9b80-4d98-8af9-94fd9d26f103" providerId="ADAL" clId="{78F1FACF-D458-4BFF-941A-BB62C3BA039A}" dt="2026-09-20T23:19:14.348" v="1791" actId="1076"/>
          <ac:spMkLst>
            <pc:docMk/>
            <pc:sldMk cId="0" sldId="5366"/>
            <ac:spMk id="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9:14.348" v="1791" actId="1076"/>
          <ac:spMkLst>
            <pc:docMk/>
            <pc:sldMk cId="0" sldId="5366"/>
            <ac:spMk id="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9:14.348" v="1791" actId="1076"/>
          <ac:spMkLst>
            <pc:docMk/>
            <pc:sldMk cId="0" sldId="5366"/>
            <ac:spMk id="8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19:14.348" v="1791" actId="1076"/>
          <ac:spMkLst>
            <pc:docMk/>
            <pc:sldMk cId="0" sldId="5366"/>
            <ac:spMk id="9" creationId="{00000000-0000-0000-0000-000000000000}"/>
          </ac:spMkLst>
        </pc:spChg>
      </pc:sldChg>
      <pc:sldChg chg="modSp mod addAnim delAnim modAnim">
        <pc:chgData name="Heba Youssef" userId="92d8dec5-9b80-4d98-8af9-94fd9d26f103" providerId="ADAL" clId="{78F1FACF-D458-4BFF-941A-BB62C3BA039A}" dt="2026-09-21T04:14:33.909" v="2053" actId="14734"/>
        <pc:sldMkLst>
          <pc:docMk/>
          <pc:sldMk cId="0" sldId="5367"/>
        </pc:sldMkLst>
        <pc:graphicFrameChg chg="modGraphic">
          <ac:chgData name="Heba Youssef" userId="92d8dec5-9b80-4d98-8af9-94fd9d26f103" providerId="ADAL" clId="{78F1FACF-D458-4BFF-941A-BB62C3BA039A}" dt="2026-09-21T04:14:33.909" v="2053" actId="14734"/>
          <ac:graphicFrameMkLst>
            <pc:docMk/>
            <pc:sldMk cId="0" sldId="5367"/>
            <ac:graphicFrameMk id="4" creationId="{00000000-0000-0000-0000-000000000000}"/>
          </ac:graphicFrameMkLst>
        </pc:graphicFrameChg>
      </pc:sldChg>
      <pc:sldChg chg="modSp mod addAnim delAnim modAnim">
        <pc:chgData name="Heba Youssef" userId="92d8dec5-9b80-4d98-8af9-94fd9d26f103" providerId="ADAL" clId="{78F1FACF-D458-4BFF-941A-BB62C3BA039A}" dt="2026-09-20T23:21:16.884" v="1827" actId="1076"/>
        <pc:sldMkLst>
          <pc:docMk/>
          <pc:sldMk cId="0" sldId="5368"/>
        </pc:sldMkLst>
        <pc:spChg chg="mod">
          <ac:chgData name="Heba Youssef" userId="92d8dec5-9b80-4d98-8af9-94fd9d26f103" providerId="ADAL" clId="{78F1FACF-D458-4BFF-941A-BB62C3BA039A}" dt="2026-09-20T23:21:16.884" v="1827" actId="1076"/>
          <ac:spMkLst>
            <pc:docMk/>
            <pc:sldMk cId="0" sldId="5368"/>
            <ac:spMk id="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21:16.884" v="1827" actId="1076"/>
          <ac:spMkLst>
            <pc:docMk/>
            <pc:sldMk cId="0" sldId="5368"/>
            <ac:spMk id="6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21:16.884" v="1827" actId="1076"/>
          <ac:spMkLst>
            <pc:docMk/>
            <pc:sldMk cId="0" sldId="5368"/>
            <ac:spMk id="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21:16.884" v="1827" actId="1076"/>
          <ac:spMkLst>
            <pc:docMk/>
            <pc:sldMk cId="0" sldId="5368"/>
            <ac:spMk id="8" creationId="{00000000-0000-0000-0000-000000000000}"/>
          </ac:spMkLst>
        </pc:spChg>
      </pc:sldChg>
      <pc:sldChg chg="ord addAnim delAnim modAnim">
        <pc:chgData name="Heba Youssef" userId="92d8dec5-9b80-4d98-8af9-94fd9d26f103" providerId="ADAL" clId="{78F1FACF-D458-4BFF-941A-BB62C3BA039A}" dt="2026-09-20T23:20:12.255" v="1809"/>
        <pc:sldMkLst>
          <pc:docMk/>
          <pc:sldMk cId="0" sldId="5369"/>
        </pc:sldMkLst>
      </pc:sldChg>
      <pc:sldChg chg="addSp modSp mod addAnim delAnim modAnim">
        <pc:chgData name="Heba Youssef" userId="92d8dec5-9b80-4d98-8af9-94fd9d26f103" providerId="ADAL" clId="{78F1FACF-D458-4BFF-941A-BB62C3BA039A}" dt="2026-09-20T23:26:47.781" v="1868"/>
        <pc:sldMkLst>
          <pc:docMk/>
          <pc:sldMk cId="0" sldId="5370"/>
        </pc:sldMkLst>
        <pc:spChg chg="mod">
          <ac:chgData name="Heba Youssef" userId="92d8dec5-9b80-4d98-8af9-94fd9d26f103" providerId="ADAL" clId="{78F1FACF-D458-4BFF-941A-BB62C3BA039A}" dt="2026-09-20T19:51:30.130" v="368" actId="20577"/>
          <ac:spMkLst>
            <pc:docMk/>
            <pc:sldMk cId="0" sldId="5370"/>
            <ac:spMk id="5" creationId="{00000000-0000-0000-0000-000000000000}"/>
          </ac:spMkLst>
        </pc:spChg>
        <pc:spChg chg="add mod">
          <ac:chgData name="Heba Youssef" userId="92d8dec5-9b80-4d98-8af9-94fd9d26f103" providerId="ADAL" clId="{78F1FACF-D458-4BFF-941A-BB62C3BA039A}" dt="2026-09-20T23:26:31.572" v="1866" actId="767"/>
          <ac:spMkLst>
            <pc:docMk/>
            <pc:sldMk cId="0" sldId="5370"/>
            <ac:spMk id="9" creationId="{86BDB79C-AF37-D43B-927D-A12969B5616F}"/>
          </ac:spMkLst>
        </pc:spChg>
      </pc:sldChg>
      <pc:sldChg chg="modSp mod ord addAnim delAnim modAnim modNotesTx">
        <pc:chgData name="Heba Youssef" userId="92d8dec5-9b80-4d98-8af9-94fd9d26f103" providerId="ADAL" clId="{78F1FACF-D458-4BFF-941A-BB62C3BA039A}" dt="2026-09-20T23:25:57.527" v="1861" actId="554"/>
        <pc:sldMkLst>
          <pc:docMk/>
          <pc:sldMk cId="0" sldId="5371"/>
        </pc:sldMkLst>
        <pc:spChg chg="mod">
          <ac:chgData name="Heba Youssef" userId="92d8dec5-9b80-4d98-8af9-94fd9d26f103" providerId="ADAL" clId="{78F1FACF-D458-4BFF-941A-BB62C3BA039A}" dt="2026-09-20T23:25:57.527" v="1861" actId="554"/>
          <ac:spMkLst>
            <pc:docMk/>
            <pc:sldMk cId="0" sldId="5371"/>
            <ac:spMk id="14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25:47.018" v="1860" actId="12789"/>
          <ac:spMkLst>
            <pc:docMk/>
            <pc:sldMk cId="0" sldId="5371"/>
            <ac:spMk id="15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25:57.527" v="1861" actId="554"/>
          <ac:spMkLst>
            <pc:docMk/>
            <pc:sldMk cId="0" sldId="5371"/>
            <ac:spMk id="17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25:47.018" v="1860" actId="12789"/>
          <ac:spMkLst>
            <pc:docMk/>
            <pc:sldMk cId="0" sldId="5371"/>
            <ac:spMk id="18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25:57.527" v="1861" actId="554"/>
          <ac:spMkLst>
            <pc:docMk/>
            <pc:sldMk cId="0" sldId="5371"/>
            <ac:spMk id="20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25:47.018" v="1860" actId="12789"/>
          <ac:spMkLst>
            <pc:docMk/>
            <pc:sldMk cId="0" sldId="5371"/>
            <ac:spMk id="21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25:57.527" v="1861" actId="554"/>
          <ac:spMkLst>
            <pc:docMk/>
            <pc:sldMk cId="0" sldId="5371"/>
            <ac:spMk id="23" creationId="{00000000-0000-0000-0000-000000000000}"/>
          </ac:spMkLst>
        </pc:spChg>
        <pc:spChg chg="mod">
          <ac:chgData name="Heba Youssef" userId="92d8dec5-9b80-4d98-8af9-94fd9d26f103" providerId="ADAL" clId="{78F1FACF-D458-4BFF-941A-BB62C3BA039A}" dt="2026-09-20T23:25:47.018" v="1860" actId="12789"/>
          <ac:spMkLst>
            <pc:docMk/>
            <pc:sldMk cId="0" sldId="5371"/>
            <ac:spMk id="24" creationId="{00000000-0000-0000-0000-000000000000}"/>
          </ac:spMkLst>
        </pc:spChg>
        <pc:cxnChg chg="mod">
          <ac:chgData name="Heba Youssef" userId="92d8dec5-9b80-4d98-8af9-94fd9d26f103" providerId="ADAL" clId="{78F1FACF-D458-4BFF-941A-BB62C3BA039A}" dt="2026-09-20T23:24:28.681" v="1849" actId="1076"/>
          <ac:cxnSpMkLst>
            <pc:docMk/>
            <pc:sldMk cId="0" sldId="5371"/>
            <ac:cxnSpMk id="16" creationId="{00000000-0000-0000-0000-000000000000}"/>
          </ac:cxnSpMkLst>
        </pc:cxnChg>
      </pc:sldChg>
      <pc:sldChg chg="modSp mod">
        <pc:chgData name="Heba Youssef" userId="92d8dec5-9b80-4d98-8af9-94fd9d26f103" providerId="ADAL" clId="{78F1FACF-D458-4BFF-941A-BB62C3BA039A}" dt="2026-09-18T09:07:45.858" v="81" actId="20577"/>
        <pc:sldMkLst>
          <pc:docMk/>
          <pc:sldMk cId="0" sldId="5376"/>
        </pc:sldMkLst>
        <pc:spChg chg="mod">
          <ac:chgData name="Heba Youssef" userId="92d8dec5-9b80-4d98-8af9-94fd9d26f103" providerId="ADAL" clId="{78F1FACF-D458-4BFF-941A-BB62C3BA039A}" dt="2026-09-18T09:07:45.858" v="81" actId="20577"/>
          <ac:spMkLst>
            <pc:docMk/>
            <pc:sldMk cId="0" sldId="5376"/>
            <ac:spMk id="5" creationId="{00000000-0000-0000-0000-000000000000}"/>
          </ac:spMkLst>
        </pc:spChg>
      </pc:sldChg>
      <pc:sldChg chg="addSp delSp modSp mod addAnim delAnim modAnim">
        <pc:chgData name="Heba Youssef" userId="92d8dec5-9b80-4d98-8af9-94fd9d26f103" providerId="ADAL" clId="{78F1FACF-D458-4BFF-941A-BB62C3BA039A}" dt="2026-09-20T23:20:25.669" v="1812"/>
        <pc:sldMkLst>
          <pc:docMk/>
          <pc:sldMk cId="0" sldId="5377"/>
        </pc:sldMkLst>
        <pc:spChg chg="del">
          <ac:chgData name="Heba Youssef" userId="92d8dec5-9b80-4d98-8af9-94fd9d26f103" providerId="ADAL" clId="{78F1FACF-D458-4BFF-941A-BB62C3BA039A}" dt="2026-09-20T23:18:03.717" v="1784" actId="478"/>
          <ac:spMkLst>
            <pc:docMk/>
            <pc:sldMk cId="0" sldId="5377"/>
            <ac:spMk id="5" creationId="{00000000-0000-0000-0000-000000000000}"/>
          </ac:spMkLst>
        </pc:spChg>
        <pc:spChg chg="add mod">
          <ac:chgData name="Heba Youssef" userId="92d8dec5-9b80-4d98-8af9-94fd9d26f103" providerId="ADAL" clId="{78F1FACF-D458-4BFF-941A-BB62C3BA039A}" dt="2026-09-20T23:18:04.317" v="1785"/>
          <ac:spMkLst>
            <pc:docMk/>
            <pc:sldMk cId="0" sldId="5377"/>
            <ac:spMk id="6" creationId="{94AF34D8-D771-495B-051E-D8C0AA782663}"/>
          </ac:spMkLst>
        </pc:spChg>
      </pc:sldChg>
    </pc:docChg>
  </pc:docChgLst>
  <pc:docChgLst>
    <pc:chgData name="Amanda Pieyre" userId="454ef675-d4e9-45c9-ba4f-9e873a4d7bc9" providerId="ADAL" clId="{1DC020A0-473A-4779-A246-D92498BB8750}"/>
    <pc:docChg chg="modSld">
      <pc:chgData name="Amanda Pieyre" userId="454ef675-d4e9-45c9-ba4f-9e873a4d7bc9" providerId="ADAL" clId="{1DC020A0-473A-4779-A246-D92498BB8750}" dt="2026-09-18T09:38:41.737" v="3" actId="12789"/>
      <pc:docMkLst>
        <pc:docMk/>
      </pc:docMkLst>
      <pc:sldChg chg="modSp mod">
        <pc:chgData name="Amanda Pieyre" userId="454ef675-d4e9-45c9-ba4f-9e873a4d7bc9" providerId="ADAL" clId="{1DC020A0-473A-4779-A246-D92498BB8750}" dt="2026-09-18T09:38:41.737" v="3" actId="12789"/>
        <pc:sldMkLst>
          <pc:docMk/>
          <pc:sldMk cId="0" sldId="5357"/>
        </pc:sldMkLst>
        <pc:spChg chg="mod">
          <ac:chgData name="Amanda Pieyre" userId="454ef675-d4e9-45c9-ba4f-9e873a4d7bc9" providerId="ADAL" clId="{1DC020A0-473A-4779-A246-D92498BB8750}" dt="2026-09-18T09:38:41.737" v="3" actId="12789"/>
          <ac:spMkLst>
            <pc:docMk/>
            <pc:sldMk cId="0" sldId="5357"/>
            <ac:spMk id="23" creationId="{00000000-0000-0000-0000-000000000000}"/>
          </ac:spMkLst>
        </pc:spChg>
        <pc:spChg chg="mod">
          <ac:chgData name="Amanda Pieyre" userId="454ef675-d4e9-45c9-ba4f-9e873a4d7bc9" providerId="ADAL" clId="{1DC020A0-473A-4779-A246-D92498BB8750}" dt="2026-09-18T09:38:41.737" v="3" actId="12789"/>
          <ac:spMkLst>
            <pc:docMk/>
            <pc:sldMk cId="0" sldId="5357"/>
            <ac:spMk id="24" creationId="{00000000-0000-0000-0000-000000000000}"/>
          </ac:spMkLst>
        </pc:spChg>
        <pc:spChg chg="mod">
          <ac:chgData name="Amanda Pieyre" userId="454ef675-d4e9-45c9-ba4f-9e873a4d7bc9" providerId="ADAL" clId="{1DC020A0-473A-4779-A246-D92498BB8750}" dt="2026-09-18T09:38:41.737" v="3" actId="12789"/>
          <ac:spMkLst>
            <pc:docMk/>
            <pc:sldMk cId="0" sldId="5357"/>
            <ac:spMk id="25" creationId="{00000000-0000-0000-0000-000000000000}"/>
          </ac:spMkLst>
        </pc:spChg>
        <pc:spChg chg="mod">
          <ac:chgData name="Amanda Pieyre" userId="454ef675-d4e9-45c9-ba4f-9e873a4d7bc9" providerId="ADAL" clId="{1DC020A0-473A-4779-A246-D92498BB8750}" dt="2026-09-18T09:38:41.737" v="3" actId="12789"/>
          <ac:spMkLst>
            <pc:docMk/>
            <pc:sldMk cId="0" sldId="5357"/>
            <ac:spMk id="26" creationId="{00000000-0000-0000-0000-000000000000}"/>
          </ac:spMkLst>
        </pc:spChg>
        <pc:spChg chg="mod">
          <ac:chgData name="Amanda Pieyre" userId="454ef675-d4e9-45c9-ba4f-9e873a4d7bc9" providerId="ADAL" clId="{1DC020A0-473A-4779-A246-D92498BB8750}" dt="2026-09-18T09:38:41.737" v="3" actId="12789"/>
          <ac:spMkLst>
            <pc:docMk/>
            <pc:sldMk cId="0" sldId="5357"/>
            <ac:spMk id="27" creationId="{00000000-0000-0000-0000-000000000000}"/>
          </ac:spMkLst>
        </pc:spChg>
        <pc:spChg chg="mod">
          <ac:chgData name="Amanda Pieyre" userId="454ef675-d4e9-45c9-ba4f-9e873a4d7bc9" providerId="ADAL" clId="{1DC020A0-473A-4779-A246-D92498BB8750}" dt="2026-09-18T09:38:41.737" v="3" actId="12789"/>
          <ac:spMkLst>
            <pc:docMk/>
            <pc:sldMk cId="0" sldId="5357"/>
            <ac:spMk id="2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"/>
          <c:y val="0.03"/>
          <c:w val="0.86"/>
          <c:h val="0.8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v2</c:v>
                </c:pt>
              </c:strCache>
            </c:strRef>
          </c:tx>
          <c:spPr>
            <a:ln w="25400">
              <a:solidFill>
                <a:srgbClr val="1A1A1A"/>
              </a:solidFill>
            </a:ln>
          </c:spPr>
          <c:marker>
            <c:symbol val="circle"/>
            <c:size val="5"/>
            <c:spPr>
              <a:solidFill>
                <a:srgbClr val="1A1A1A"/>
              </a:solidFill>
              <a:ln>
                <a:noFill/>
              </a:ln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1.7610399999999999</c:v>
                </c:pt>
                <c:pt idx="1">
                  <c:v>1.7610399999999999</c:v>
                </c:pt>
                <c:pt idx="2">
                  <c:v>1.7610399999999999</c:v>
                </c:pt>
                <c:pt idx="3">
                  <c:v>1.7610399999999999</c:v>
                </c:pt>
                <c:pt idx="4">
                  <c:v>1.7608699999999999</c:v>
                </c:pt>
                <c:pt idx="5">
                  <c:v>1.7582100000000001</c:v>
                </c:pt>
                <c:pt idx="6">
                  <c:v>1.7571399999999999</c:v>
                </c:pt>
                <c:pt idx="7">
                  <c:v>1.7545500000000001</c:v>
                </c:pt>
                <c:pt idx="8">
                  <c:v>1.75065</c:v>
                </c:pt>
                <c:pt idx="9">
                  <c:v>1.7441599999999999</c:v>
                </c:pt>
                <c:pt idx="10">
                  <c:v>1.7305200000000001</c:v>
                </c:pt>
                <c:pt idx="11">
                  <c:v>1.70455</c:v>
                </c:pt>
                <c:pt idx="12">
                  <c:v>1.6692899999999999</c:v>
                </c:pt>
                <c:pt idx="13">
                  <c:v>1.6259699999999999</c:v>
                </c:pt>
                <c:pt idx="14">
                  <c:v>1.58117</c:v>
                </c:pt>
                <c:pt idx="15">
                  <c:v>1.53664</c:v>
                </c:pt>
                <c:pt idx="16">
                  <c:v>1.49397</c:v>
                </c:pt>
                <c:pt idx="17">
                  <c:v>1.4522299999999999</c:v>
                </c:pt>
                <c:pt idx="18">
                  <c:v>1.4114100000000001</c:v>
                </c:pt>
                <c:pt idx="19">
                  <c:v>1.3715200000000001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2.6805500000000002</c:v>
                </c:pt>
                <c:pt idx="1">
                  <c:v>2.8017799999999999</c:v>
                </c:pt>
                <c:pt idx="2">
                  <c:v>2.923</c:v>
                </c:pt>
                <c:pt idx="3">
                  <c:v>3.0442300000000002</c:v>
                </c:pt>
                <c:pt idx="4">
                  <c:v>3.1651199999999999</c:v>
                </c:pt>
                <c:pt idx="5">
                  <c:v>3.2810199999999998</c:v>
                </c:pt>
                <c:pt idx="6">
                  <c:v>3.3999199999999998</c:v>
                </c:pt>
                <c:pt idx="7">
                  <c:v>3.5154899999999998</c:v>
                </c:pt>
                <c:pt idx="8">
                  <c:v>3.6280199999999998</c:v>
                </c:pt>
                <c:pt idx="9">
                  <c:v>3.7344499999999998</c:v>
                </c:pt>
                <c:pt idx="10">
                  <c:v>3.8242500000000001</c:v>
                </c:pt>
                <c:pt idx="11">
                  <c:v>3.8846500000000002</c:v>
                </c:pt>
                <c:pt idx="12">
                  <c:v>3.9213399999999998</c:v>
                </c:pt>
                <c:pt idx="13">
                  <c:v>3.9362400000000002</c:v>
                </c:pt>
                <c:pt idx="14">
                  <c:v>3.9441799999999998</c:v>
                </c:pt>
                <c:pt idx="15">
                  <c:v>3.94922</c:v>
                </c:pt>
                <c:pt idx="16">
                  <c:v>3.9551599999999998</c:v>
                </c:pt>
                <c:pt idx="17">
                  <c:v>3.9598599999999999</c:v>
                </c:pt>
                <c:pt idx="18">
                  <c:v>3.96339</c:v>
                </c:pt>
                <c:pt idx="19">
                  <c:v>3.9658000000000002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042-451C-9B8A-A5B1E7EA6A40}"/>
            </c:ext>
          </c:extLst>
        </c:ser>
        <c:ser>
          <c:idx val="1"/>
          <c:order val="1"/>
          <c:tx>
            <c:strRef>
              <c:f>Sheet1!$B$23</c:f>
              <c:strCache>
                <c:ptCount val="1"/>
                <c:pt idx="0">
                  <c:v>v4</c:v>
                </c:pt>
              </c:strCache>
            </c:strRef>
          </c:tx>
          <c:spPr>
            <a:ln w="25400">
              <a:solidFill>
                <a:srgbClr val="1A1A1A"/>
              </a:solidFill>
            </a:ln>
          </c:spPr>
          <c:marker>
            <c:symbol val="circle"/>
            <c:size val="5"/>
            <c:spPr>
              <a:solidFill>
                <a:srgbClr val="1A1A1A"/>
              </a:solidFill>
              <a:ln>
                <a:noFill/>
              </a:ln>
            </c:spPr>
          </c:marker>
          <c:xVal>
            <c:numRef>
              <c:f>Sheet1!$A$24:$A$43</c:f>
              <c:numCache>
                <c:formatCode>General</c:formatCode>
                <c:ptCount val="20"/>
                <c:pt idx="0">
                  <c:v>2.59796</c:v>
                </c:pt>
                <c:pt idx="1">
                  <c:v>2.59796</c:v>
                </c:pt>
                <c:pt idx="2">
                  <c:v>2.59796</c:v>
                </c:pt>
                <c:pt idx="3">
                  <c:v>2.59796</c:v>
                </c:pt>
                <c:pt idx="4">
                  <c:v>2.59796</c:v>
                </c:pt>
                <c:pt idx="5">
                  <c:v>2.59796</c:v>
                </c:pt>
                <c:pt idx="6">
                  <c:v>2.5981900000000002</c:v>
                </c:pt>
                <c:pt idx="7">
                  <c:v>2.59796</c:v>
                </c:pt>
                <c:pt idx="8">
                  <c:v>2.59592</c:v>
                </c:pt>
                <c:pt idx="9">
                  <c:v>2.5887799999999999</c:v>
                </c:pt>
                <c:pt idx="10">
                  <c:v>2.5734300000000001</c:v>
                </c:pt>
                <c:pt idx="11">
                  <c:v>2.5550999999999999</c:v>
                </c:pt>
                <c:pt idx="12">
                  <c:v>2.5291899999999998</c:v>
                </c:pt>
                <c:pt idx="13">
                  <c:v>2.50102</c:v>
                </c:pt>
                <c:pt idx="14">
                  <c:v>2.4672700000000001</c:v>
                </c:pt>
                <c:pt idx="15">
                  <c:v>2.4328400000000001</c:v>
                </c:pt>
                <c:pt idx="16">
                  <c:v>2.3976099999999998</c:v>
                </c:pt>
                <c:pt idx="17">
                  <c:v>2.3601999999999999</c:v>
                </c:pt>
                <c:pt idx="18">
                  <c:v>2.3214299999999999</c:v>
                </c:pt>
                <c:pt idx="19">
                  <c:v>2.2775500000000002</c:v>
                </c:pt>
              </c:numCache>
            </c:numRef>
          </c:xVal>
          <c:yVal>
            <c:numRef>
              <c:f>Sheet1!$B$24:$B$43</c:f>
              <c:numCache>
                <c:formatCode>General</c:formatCode>
                <c:ptCount val="20"/>
                <c:pt idx="0">
                  <c:v>4.35764</c:v>
                </c:pt>
                <c:pt idx="1">
                  <c:v>4.5199699999999998</c:v>
                </c:pt>
                <c:pt idx="2">
                  <c:v>4.6822900000000001</c:v>
                </c:pt>
                <c:pt idx="3">
                  <c:v>4.8446199999999999</c:v>
                </c:pt>
                <c:pt idx="4">
                  <c:v>5.0069499999999998</c:v>
                </c:pt>
                <c:pt idx="5">
                  <c:v>5.16927</c:v>
                </c:pt>
                <c:pt idx="6">
                  <c:v>5.3322000000000003</c:v>
                </c:pt>
                <c:pt idx="7">
                  <c:v>5.4939299999999998</c:v>
                </c:pt>
                <c:pt idx="8">
                  <c:v>5.6508599999999998</c:v>
                </c:pt>
                <c:pt idx="9">
                  <c:v>5.79392</c:v>
                </c:pt>
                <c:pt idx="10">
                  <c:v>5.9139999999999997</c:v>
                </c:pt>
                <c:pt idx="11">
                  <c:v>6.0245199999999999</c:v>
                </c:pt>
                <c:pt idx="12">
                  <c:v>6.11233</c:v>
                </c:pt>
                <c:pt idx="13">
                  <c:v>6.1917099999999996</c:v>
                </c:pt>
                <c:pt idx="14">
                  <c:v>6.2529300000000001</c:v>
                </c:pt>
                <c:pt idx="15">
                  <c:v>6.3096300000000003</c:v>
                </c:pt>
                <c:pt idx="16">
                  <c:v>6.3613299999999997</c:v>
                </c:pt>
                <c:pt idx="17">
                  <c:v>6.40395</c:v>
                </c:pt>
                <c:pt idx="18">
                  <c:v>6.4396599999999999</c:v>
                </c:pt>
                <c:pt idx="19">
                  <c:v>6.45716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042-451C-9B8A-A5B1E7EA6A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2.8"/>
          <c:min val="1.6"/>
        </c:scaling>
        <c:delete val="0"/>
        <c:axPos val="b"/>
        <c:title>
          <c:tx>
            <c:rich>
              <a:bodyPr/>
              <a:lstStyle/>
              <a:p>
                <a:r>
                  <a:rPr lang="en-US" sz="1200" b="0" i="0">
                    <a:solidFill>
                      <a:srgbClr val="253746"/>
                    </a:solidFill>
                    <a:latin typeface="Arial"/>
                  </a:rPr>
                  <a:t>W</a:t>
                </a:r>
                <a:r>
                  <a:rPr lang="en-US" sz="1200" b="0" i="0" baseline="-25000">
                    <a:solidFill>
                      <a:srgbClr val="253746"/>
                    </a:solidFill>
                    <a:latin typeface="Arial"/>
                  </a:rPr>
                  <a:t>c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B5B7BB"/>
            </a:solidFill>
          </a:ln>
        </c:spPr>
        <c:txPr>
          <a:bodyPr/>
          <a:lstStyle/>
          <a:p>
            <a:pPr>
              <a:defRPr sz="1100">
                <a:solidFill>
                  <a:srgbClr val="77797C"/>
                </a:solidFill>
              </a:defRPr>
            </a:pPr>
            <a:endParaRPr lang="en-US"/>
          </a:p>
        </c:txPr>
        <c:crossAx val="-2129643912"/>
        <c:crosses val="min"/>
        <c:crossBetween val="midCat"/>
        <c:majorUnit val="0.2"/>
      </c:valAx>
      <c:valAx>
        <c:axId val="-2129643912"/>
        <c:scaling>
          <c:orientation val="minMax"/>
          <c:max val="6.8"/>
          <c:min val="2.5"/>
        </c:scaling>
        <c:delete val="0"/>
        <c:axPos val="l"/>
        <c:title>
          <c:tx>
            <c:rich>
              <a:bodyPr/>
              <a:lstStyle/>
              <a:p>
                <a:r>
                  <a:rPr lang="en-US" sz="1200" b="0" i="0">
                    <a:solidFill>
                      <a:srgbClr val="253746"/>
                    </a:solidFill>
                    <a:latin typeface="Arial"/>
                  </a:rPr>
                  <a:t>R</a:t>
                </a:r>
                <a:r>
                  <a:rPr lang="en-US" sz="1200" b="0" i="0" baseline="-25000">
                    <a:solidFill>
                      <a:srgbClr val="253746"/>
                    </a:solidFill>
                    <a:latin typeface="Arial"/>
                  </a:rPr>
                  <a:t>c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B5B7BB"/>
            </a:solidFill>
          </a:ln>
        </c:spPr>
        <c:txPr>
          <a:bodyPr/>
          <a:lstStyle/>
          <a:p>
            <a:pPr>
              <a:defRPr sz="1100">
                <a:solidFill>
                  <a:srgbClr val="77797C"/>
                </a:solidFill>
              </a:defRPr>
            </a:pPr>
            <a:endParaRPr lang="en-US"/>
          </a:p>
        </c:txPr>
        <c:crossAx val="-2128940872"/>
        <c:crosses val="min"/>
        <c:crossBetween val="midCat"/>
        <c:majorUnit val="0.5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solidFill>
            <a:srgbClr val="77797C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"/>
          <c:y val="0.04"/>
          <c:w val="0.83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ASME-94-GT-73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Sheet1!$A$2:$A$121</c:f>
              <c:numCache>
                <c:formatCode>General</c:formatCode>
                <c:ptCount val="120"/>
                <c:pt idx="0">
                  <c:v>0.17596329699999999</c:v>
                </c:pt>
                <c:pt idx="1">
                  <c:v>0.17591743200000001</c:v>
                </c:pt>
                <c:pt idx="2">
                  <c:v>0.175885767</c:v>
                </c:pt>
                <c:pt idx="3">
                  <c:v>0.175596327</c:v>
                </c:pt>
                <c:pt idx="4">
                  <c:v>0.17486238500000001</c:v>
                </c:pt>
                <c:pt idx="5">
                  <c:v>0.173669726</c:v>
                </c:pt>
                <c:pt idx="6">
                  <c:v>0.171743125</c:v>
                </c:pt>
                <c:pt idx="7">
                  <c:v>0.16854438199999999</c:v>
                </c:pt>
                <c:pt idx="8">
                  <c:v>0.16478593599999999</c:v>
                </c:pt>
                <c:pt idx="9">
                  <c:v>0.16040274500000001</c:v>
                </c:pt>
                <c:pt idx="10">
                  <c:v>0.15529715999999999</c:v>
                </c:pt>
                <c:pt idx="11">
                  <c:v>0.14937308399999999</c:v>
                </c:pt>
                <c:pt idx="12">
                  <c:v>0.14256532499999999</c:v>
                </c:pt>
                <c:pt idx="13">
                  <c:v>0.13556574299999999</c:v>
                </c:pt>
                <c:pt idx="14">
                  <c:v>0.128501534</c:v>
                </c:pt>
                <c:pt idx="15">
                  <c:v>0.121116206</c:v>
                </c:pt>
                <c:pt idx="16">
                  <c:v>0.11381945</c:v>
                </c:pt>
                <c:pt idx="17">
                  <c:v>0.106674224</c:v>
                </c:pt>
                <c:pt idx="18">
                  <c:v>9.9528990999999997E-2</c:v>
                </c:pt>
                <c:pt idx="19">
                  <c:v>9.2383765000000007E-2</c:v>
                </c:pt>
                <c:pt idx="20">
                  <c:v>0.25825688200000002</c:v>
                </c:pt>
                <c:pt idx="21">
                  <c:v>0.25825688200000002</c:v>
                </c:pt>
                <c:pt idx="22">
                  <c:v>0.25825688200000002</c:v>
                </c:pt>
                <c:pt idx="23">
                  <c:v>0.25825688200000002</c:v>
                </c:pt>
                <c:pt idx="24">
                  <c:v>0.25825688200000002</c:v>
                </c:pt>
                <c:pt idx="25">
                  <c:v>0.25825688200000002</c:v>
                </c:pt>
                <c:pt idx="26">
                  <c:v>0.25825688200000002</c:v>
                </c:pt>
                <c:pt idx="27">
                  <c:v>0.25825688200000002</c:v>
                </c:pt>
                <c:pt idx="28">
                  <c:v>0.25779816500000002</c:v>
                </c:pt>
                <c:pt idx="29">
                  <c:v>0.25605505699999997</c:v>
                </c:pt>
                <c:pt idx="30">
                  <c:v>0.253394485</c:v>
                </c:pt>
                <c:pt idx="31">
                  <c:v>0.248416469</c:v>
                </c:pt>
                <c:pt idx="32">
                  <c:v>0.24239571400000001</c:v>
                </c:pt>
                <c:pt idx="33">
                  <c:v>0.23618145300000001</c:v>
                </c:pt>
                <c:pt idx="34">
                  <c:v>0.229522377</c:v>
                </c:pt>
                <c:pt idx="35">
                  <c:v>0.222046673</c:v>
                </c:pt>
                <c:pt idx="36">
                  <c:v>0.21424196700000001</c:v>
                </c:pt>
                <c:pt idx="37">
                  <c:v>0.20641431199999999</c:v>
                </c:pt>
                <c:pt idx="38">
                  <c:v>0.198450089</c:v>
                </c:pt>
                <c:pt idx="39">
                  <c:v>0.190485865</c:v>
                </c:pt>
                <c:pt idx="40">
                  <c:v>0.31425076699999999</c:v>
                </c:pt>
                <c:pt idx="41">
                  <c:v>0.31425076699999999</c:v>
                </c:pt>
                <c:pt idx="42">
                  <c:v>0.31425076699999999</c:v>
                </c:pt>
                <c:pt idx="43">
                  <c:v>0.31425076699999999</c:v>
                </c:pt>
                <c:pt idx="44">
                  <c:v>0.31425076699999999</c:v>
                </c:pt>
                <c:pt idx="45">
                  <c:v>0.31425076699999999</c:v>
                </c:pt>
                <c:pt idx="46">
                  <c:v>0.31425076699999999</c:v>
                </c:pt>
                <c:pt idx="47">
                  <c:v>0.31425076699999999</c:v>
                </c:pt>
                <c:pt idx="48">
                  <c:v>0.31425076699999999</c:v>
                </c:pt>
                <c:pt idx="49">
                  <c:v>0.31425076699999999</c:v>
                </c:pt>
                <c:pt idx="50">
                  <c:v>0.313112587</c:v>
                </c:pt>
                <c:pt idx="51">
                  <c:v>0.30981555599999999</c:v>
                </c:pt>
                <c:pt idx="52">
                  <c:v>0.305229366</c:v>
                </c:pt>
                <c:pt idx="53">
                  <c:v>0.29972475799999998</c:v>
                </c:pt>
                <c:pt idx="54">
                  <c:v>0.29393857699999998</c:v>
                </c:pt>
                <c:pt idx="55">
                  <c:v>0.28761467299999999</c:v>
                </c:pt>
                <c:pt idx="56">
                  <c:v>0.28059631600000001</c:v>
                </c:pt>
                <c:pt idx="57">
                  <c:v>0.27311939000000002</c:v>
                </c:pt>
                <c:pt idx="58">
                  <c:v>0.26534250399999998</c:v>
                </c:pt>
                <c:pt idx="59">
                  <c:v>0.25774565300000002</c:v>
                </c:pt>
                <c:pt idx="60">
                  <c:v>0.386330277</c:v>
                </c:pt>
                <c:pt idx="61">
                  <c:v>0.386330277</c:v>
                </c:pt>
                <c:pt idx="62">
                  <c:v>0.386330277</c:v>
                </c:pt>
                <c:pt idx="63">
                  <c:v>0.386330277</c:v>
                </c:pt>
                <c:pt idx="64">
                  <c:v>0.386330277</c:v>
                </c:pt>
                <c:pt idx="65">
                  <c:v>0.386330277</c:v>
                </c:pt>
                <c:pt idx="66">
                  <c:v>0.386330277</c:v>
                </c:pt>
                <c:pt idx="67">
                  <c:v>0.386330277</c:v>
                </c:pt>
                <c:pt idx="68">
                  <c:v>0.386330277</c:v>
                </c:pt>
                <c:pt idx="69">
                  <c:v>0.386330277</c:v>
                </c:pt>
                <c:pt idx="70">
                  <c:v>0.38577982799999999</c:v>
                </c:pt>
                <c:pt idx="71">
                  <c:v>0.38446482999999998</c:v>
                </c:pt>
                <c:pt idx="72">
                  <c:v>0.38165137199999999</c:v>
                </c:pt>
                <c:pt idx="73">
                  <c:v>0.37640169299999998</c:v>
                </c:pt>
                <c:pt idx="74">
                  <c:v>0.36874327099999998</c:v>
                </c:pt>
                <c:pt idx="75">
                  <c:v>0.36194947399999999</c:v>
                </c:pt>
                <c:pt idx="76">
                  <c:v>0.35473290099999999</c:v>
                </c:pt>
                <c:pt idx="77">
                  <c:v>0.34702846399999998</c:v>
                </c:pt>
                <c:pt idx="78">
                  <c:v>0.34053119999999998</c:v>
                </c:pt>
                <c:pt idx="79">
                  <c:v>0.33418959399999998</c:v>
                </c:pt>
                <c:pt idx="80">
                  <c:v>0.47822630399999999</c:v>
                </c:pt>
                <c:pt idx="81">
                  <c:v>0.47822630399999999</c:v>
                </c:pt>
                <c:pt idx="82">
                  <c:v>0.47822630399999999</c:v>
                </c:pt>
                <c:pt idx="83">
                  <c:v>0.47822630399999999</c:v>
                </c:pt>
                <c:pt idx="84">
                  <c:v>0.47822630399999999</c:v>
                </c:pt>
                <c:pt idx="85">
                  <c:v>0.47822630399999999</c:v>
                </c:pt>
                <c:pt idx="86">
                  <c:v>0.47822630399999999</c:v>
                </c:pt>
                <c:pt idx="87">
                  <c:v>0.47822630399999999</c:v>
                </c:pt>
                <c:pt idx="88">
                  <c:v>0.47822630399999999</c:v>
                </c:pt>
                <c:pt idx="89">
                  <c:v>0.477828741</c:v>
                </c:pt>
                <c:pt idx="90">
                  <c:v>0.47655186100000002</c:v>
                </c:pt>
                <c:pt idx="91">
                  <c:v>0.47469419200000001</c:v>
                </c:pt>
                <c:pt idx="92">
                  <c:v>0.47071865200000002</c:v>
                </c:pt>
                <c:pt idx="93">
                  <c:v>0.46559631800000001</c:v>
                </c:pt>
                <c:pt idx="94">
                  <c:v>0.45977380899999998</c:v>
                </c:pt>
                <c:pt idx="95">
                  <c:v>0.45374697400000003</c:v>
                </c:pt>
                <c:pt idx="96">
                  <c:v>0.44617736299999999</c:v>
                </c:pt>
                <c:pt idx="97">
                  <c:v>0.43783277300000001</c:v>
                </c:pt>
                <c:pt idx="98">
                  <c:v>0.42958724500000001</c:v>
                </c:pt>
                <c:pt idx="99">
                  <c:v>0.42134168700000002</c:v>
                </c:pt>
                <c:pt idx="100">
                  <c:v>0.50972479599999998</c:v>
                </c:pt>
                <c:pt idx="101">
                  <c:v>0.50972479599999998</c:v>
                </c:pt>
                <c:pt idx="102">
                  <c:v>0.50972479599999998</c:v>
                </c:pt>
                <c:pt idx="103">
                  <c:v>0.50972479599999998</c:v>
                </c:pt>
                <c:pt idx="104">
                  <c:v>0.50972479599999998</c:v>
                </c:pt>
                <c:pt idx="105">
                  <c:v>0.50972479599999998</c:v>
                </c:pt>
                <c:pt idx="106">
                  <c:v>0.50972479599999998</c:v>
                </c:pt>
                <c:pt idx="107">
                  <c:v>0.50972479599999998</c:v>
                </c:pt>
                <c:pt idx="108">
                  <c:v>0.50957185000000005</c:v>
                </c:pt>
                <c:pt idx="109">
                  <c:v>0.50920486499999995</c:v>
                </c:pt>
                <c:pt idx="110">
                  <c:v>0.50848054899999995</c:v>
                </c:pt>
                <c:pt idx="111">
                  <c:v>0.50675839199999995</c:v>
                </c:pt>
                <c:pt idx="112">
                  <c:v>0.504128456</c:v>
                </c:pt>
                <c:pt idx="113">
                  <c:v>0.500241041</c:v>
                </c:pt>
                <c:pt idx="114">
                  <c:v>0.49517253</c:v>
                </c:pt>
                <c:pt idx="115">
                  <c:v>0.48868501199999997</c:v>
                </c:pt>
                <c:pt idx="116">
                  <c:v>0.481804281</c:v>
                </c:pt>
                <c:pt idx="117">
                  <c:v>0.47466534399999999</c:v>
                </c:pt>
                <c:pt idx="118">
                  <c:v>0.46688073899999999</c:v>
                </c:pt>
                <c:pt idx="119">
                  <c:v>0.45892965800000002</c:v>
                </c:pt>
              </c:numCache>
            </c:numRef>
          </c:xVal>
          <c:yVal>
            <c:numRef>
              <c:f>Sheet1!$B$2:$B$121</c:f>
              <c:numCache>
                <c:formatCode>General</c:formatCode>
                <c:ptCount val="120"/>
                <c:pt idx="0">
                  <c:v>0.99310344500000003</c:v>
                </c:pt>
                <c:pt idx="1">
                  <c:v>1.067373991</c:v>
                </c:pt>
                <c:pt idx="2">
                  <c:v>1.1412088869999999</c:v>
                </c:pt>
                <c:pt idx="3">
                  <c:v>1.213793159</c:v>
                </c:pt>
                <c:pt idx="4">
                  <c:v>1.2832890749999999</c:v>
                </c:pt>
                <c:pt idx="5">
                  <c:v>1.351724148</c:v>
                </c:pt>
                <c:pt idx="6">
                  <c:v>1.4127321239999999</c:v>
                </c:pt>
                <c:pt idx="7">
                  <c:v>1.4659649130000001</c:v>
                </c:pt>
                <c:pt idx="8">
                  <c:v>1.5145888329999999</c:v>
                </c:pt>
                <c:pt idx="9">
                  <c:v>1.5576547380000001</c:v>
                </c:pt>
                <c:pt idx="10">
                  <c:v>1.594628811</c:v>
                </c:pt>
                <c:pt idx="11">
                  <c:v>1.62493372</c:v>
                </c:pt>
                <c:pt idx="12">
                  <c:v>1.646525502</c:v>
                </c:pt>
                <c:pt idx="13">
                  <c:v>1.6647214889999999</c:v>
                </c:pt>
                <c:pt idx="14">
                  <c:v>1.680636644</c:v>
                </c:pt>
                <c:pt idx="15">
                  <c:v>1.693899155</c:v>
                </c:pt>
                <c:pt idx="16">
                  <c:v>1.70417726</c:v>
                </c:pt>
                <c:pt idx="17">
                  <c:v>1.713675737</c:v>
                </c:pt>
                <c:pt idx="18">
                  <c:v>1.721027732</c:v>
                </c:pt>
                <c:pt idx="19">
                  <c:v>1.726199389</c:v>
                </c:pt>
                <c:pt idx="20">
                  <c:v>1.4810857770000001</c:v>
                </c:pt>
                <c:pt idx="21">
                  <c:v>1.5702480080000001</c:v>
                </c:pt>
                <c:pt idx="22">
                  <c:v>1.659410238</c:v>
                </c:pt>
                <c:pt idx="23">
                  <c:v>1.748572588</c:v>
                </c:pt>
                <c:pt idx="24">
                  <c:v>1.8377348179999999</c:v>
                </c:pt>
                <c:pt idx="25">
                  <c:v>1.9268970489999999</c:v>
                </c:pt>
                <c:pt idx="26">
                  <c:v>2.016059399</c:v>
                </c:pt>
                <c:pt idx="27">
                  <c:v>2.1045093540000002</c:v>
                </c:pt>
                <c:pt idx="28">
                  <c:v>2.1925728320000002</c:v>
                </c:pt>
                <c:pt idx="29">
                  <c:v>2.2668435570000001</c:v>
                </c:pt>
                <c:pt idx="30">
                  <c:v>2.332626104</c:v>
                </c:pt>
                <c:pt idx="31">
                  <c:v>2.3782427309999998</c:v>
                </c:pt>
                <c:pt idx="32">
                  <c:v>2.4142851830000001</c:v>
                </c:pt>
                <c:pt idx="33">
                  <c:v>2.4471576210000001</c:v>
                </c:pt>
                <c:pt idx="34">
                  <c:v>2.4746191500000001</c:v>
                </c:pt>
                <c:pt idx="35">
                  <c:v>2.4933087829999998</c:v>
                </c:pt>
                <c:pt idx="36">
                  <c:v>2.5073096750000001</c:v>
                </c:pt>
                <c:pt idx="37">
                  <c:v>2.5192229749999999</c:v>
                </c:pt>
                <c:pt idx="38">
                  <c:v>2.527993441</c:v>
                </c:pt>
                <c:pt idx="39">
                  <c:v>2.5347762110000001</c:v>
                </c:pt>
                <c:pt idx="40">
                  <c:v>1.885793805</c:v>
                </c:pt>
                <c:pt idx="41">
                  <c:v>1.9841578010000001</c:v>
                </c:pt>
                <c:pt idx="42">
                  <c:v>2.0825216769999999</c:v>
                </c:pt>
                <c:pt idx="43">
                  <c:v>2.1808857920000002</c:v>
                </c:pt>
                <c:pt idx="44">
                  <c:v>2.2792496679999998</c:v>
                </c:pt>
                <c:pt idx="45">
                  <c:v>2.3776137830000001</c:v>
                </c:pt>
                <c:pt idx="46">
                  <c:v>2.4759776590000002</c:v>
                </c:pt>
                <c:pt idx="47">
                  <c:v>2.5743417740000001</c:v>
                </c:pt>
                <c:pt idx="48">
                  <c:v>2.6727056500000002</c:v>
                </c:pt>
                <c:pt idx="49">
                  <c:v>2.7738726140000001</c:v>
                </c:pt>
                <c:pt idx="50">
                  <c:v>2.8588206770000002</c:v>
                </c:pt>
                <c:pt idx="51">
                  <c:v>2.9258584980000002</c:v>
                </c:pt>
                <c:pt idx="52">
                  <c:v>2.977188349</c:v>
                </c:pt>
                <c:pt idx="53">
                  <c:v>3.0249335770000001</c:v>
                </c:pt>
                <c:pt idx="54">
                  <c:v>3.063674212</c:v>
                </c:pt>
                <c:pt idx="55">
                  <c:v>3.099204302</c:v>
                </c:pt>
                <c:pt idx="56">
                  <c:v>3.1204245089999998</c:v>
                </c:pt>
                <c:pt idx="57">
                  <c:v>3.1412043569999999</c:v>
                </c:pt>
                <c:pt idx="58">
                  <c:v>3.1556189059999999</c:v>
                </c:pt>
                <c:pt idx="59">
                  <c:v>3.1700878139999999</c:v>
                </c:pt>
                <c:pt idx="60">
                  <c:v>2.4932126999999999</c:v>
                </c:pt>
                <c:pt idx="61">
                  <c:v>2.6024079320000002</c:v>
                </c:pt>
                <c:pt idx="62">
                  <c:v>2.7116031650000001</c:v>
                </c:pt>
                <c:pt idx="63">
                  <c:v>2.8207981590000002</c:v>
                </c:pt>
                <c:pt idx="64">
                  <c:v>2.929993391</c:v>
                </c:pt>
                <c:pt idx="65">
                  <c:v>3.0391883850000001</c:v>
                </c:pt>
                <c:pt idx="66">
                  <c:v>3.1483836169999999</c:v>
                </c:pt>
                <c:pt idx="67">
                  <c:v>3.2575788499999998</c:v>
                </c:pt>
                <c:pt idx="68">
                  <c:v>3.3667738439999999</c:v>
                </c:pt>
                <c:pt idx="69">
                  <c:v>3.4774534699999999</c:v>
                </c:pt>
                <c:pt idx="70">
                  <c:v>3.5809018610000001</c:v>
                </c:pt>
                <c:pt idx="71">
                  <c:v>3.6732096670000001</c:v>
                </c:pt>
                <c:pt idx="72">
                  <c:v>3.754907131</c:v>
                </c:pt>
                <c:pt idx="73">
                  <c:v>3.8047881129999999</c:v>
                </c:pt>
                <c:pt idx="74">
                  <c:v>3.8292384149999998</c:v>
                </c:pt>
                <c:pt idx="75">
                  <c:v>3.8617525100000001</c:v>
                </c:pt>
                <c:pt idx="76">
                  <c:v>3.888362646</c:v>
                </c:pt>
                <c:pt idx="77">
                  <c:v>3.908275127</c:v>
                </c:pt>
                <c:pt idx="78">
                  <c:v>3.9400041099999998</c:v>
                </c:pt>
                <c:pt idx="79">
                  <c:v>3.970291853</c:v>
                </c:pt>
                <c:pt idx="80">
                  <c:v>3.408738375</c:v>
                </c:pt>
                <c:pt idx="81">
                  <c:v>3.5300874709999999</c:v>
                </c:pt>
                <c:pt idx="82">
                  <c:v>3.651436329</c:v>
                </c:pt>
                <c:pt idx="83">
                  <c:v>3.7727851870000002</c:v>
                </c:pt>
                <c:pt idx="84">
                  <c:v>3.8941340449999999</c:v>
                </c:pt>
                <c:pt idx="85">
                  <c:v>4.0154829029999997</c:v>
                </c:pt>
                <c:pt idx="86">
                  <c:v>4.1368317599999997</c:v>
                </c:pt>
                <c:pt idx="87">
                  <c:v>4.2581810950000003</c:v>
                </c:pt>
                <c:pt idx="88">
                  <c:v>4.3795299529999996</c:v>
                </c:pt>
                <c:pt idx="89">
                  <c:v>4.4986739160000004</c:v>
                </c:pt>
                <c:pt idx="90">
                  <c:v>4.6020827290000001</c:v>
                </c:pt>
                <c:pt idx="91">
                  <c:v>4.6986737249999999</c:v>
                </c:pt>
                <c:pt idx="92">
                  <c:v>4.7750663759999998</c:v>
                </c:pt>
                <c:pt idx="93">
                  <c:v>4.8323607439999998</c:v>
                </c:pt>
                <c:pt idx="94">
                  <c:v>4.879014969</c:v>
                </c:pt>
                <c:pt idx="95">
                  <c:v>4.9237957000000003</c:v>
                </c:pt>
                <c:pt idx="96">
                  <c:v>4.946949482</c:v>
                </c:pt>
                <c:pt idx="97">
                  <c:v>4.9628286360000002</c:v>
                </c:pt>
                <c:pt idx="98">
                  <c:v>4.9771127699999997</c:v>
                </c:pt>
                <c:pt idx="99">
                  <c:v>4.9902105329999999</c:v>
                </c:pt>
                <c:pt idx="100">
                  <c:v>3.7589435579999999</c:v>
                </c:pt>
                <c:pt idx="101">
                  <c:v>3.8840312959999999</c:v>
                </c:pt>
                <c:pt idx="102">
                  <c:v>4.0091190340000002</c:v>
                </c:pt>
                <c:pt idx="103">
                  <c:v>4.1342072490000001</c:v>
                </c:pt>
                <c:pt idx="104">
                  <c:v>4.2592949869999996</c:v>
                </c:pt>
                <c:pt idx="105">
                  <c:v>4.384382725</c:v>
                </c:pt>
                <c:pt idx="106">
                  <c:v>4.5094704630000004</c:v>
                </c:pt>
                <c:pt idx="107">
                  <c:v>4.6345586780000003</c:v>
                </c:pt>
                <c:pt idx="108">
                  <c:v>4.7570290569999996</c:v>
                </c:pt>
                <c:pt idx="109">
                  <c:v>4.8795757289999999</c:v>
                </c:pt>
                <c:pt idx="110">
                  <c:v>4.994200706</c:v>
                </c:pt>
                <c:pt idx="111">
                  <c:v>5.0986738200000001</c:v>
                </c:pt>
                <c:pt idx="112">
                  <c:v>5.1877985000000004</c:v>
                </c:pt>
                <c:pt idx="113">
                  <c:v>5.263352394</c:v>
                </c:pt>
                <c:pt idx="114">
                  <c:v>5.3222661020000004</c:v>
                </c:pt>
                <c:pt idx="115">
                  <c:v>5.366047859</c:v>
                </c:pt>
                <c:pt idx="116">
                  <c:v>5.3957557679999999</c:v>
                </c:pt>
                <c:pt idx="117">
                  <c:v>5.4258289340000001</c:v>
                </c:pt>
                <c:pt idx="118">
                  <c:v>5.4496021270000004</c:v>
                </c:pt>
                <c:pt idx="119">
                  <c:v>5.4625992769999998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FF6-4944-9D04-B464ED5E31F8}"/>
            </c:ext>
          </c:extLst>
        </c:ser>
        <c:ser>
          <c:idx val="1"/>
          <c:order val="1"/>
          <c:tx>
            <c:strRef>
              <c:f>Sheet1!$B$123</c:f>
              <c:strCache>
                <c:ptCount val="1"/>
                <c:pt idx="0">
                  <c:v>Pep82r15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Sheet1!$A$124:$A$263</c:f>
              <c:numCache>
                <c:formatCode>General</c:formatCode>
                <c:ptCount val="140"/>
                <c:pt idx="0">
                  <c:v>1.18571</c:v>
                </c:pt>
                <c:pt idx="1">
                  <c:v>1.18571</c:v>
                </c:pt>
                <c:pt idx="2">
                  <c:v>1.18547</c:v>
                </c:pt>
                <c:pt idx="3">
                  <c:v>1.18571</c:v>
                </c:pt>
                <c:pt idx="4">
                  <c:v>1.1869400000000001</c:v>
                </c:pt>
                <c:pt idx="5">
                  <c:v>1.1870099999999999</c:v>
                </c:pt>
                <c:pt idx="6">
                  <c:v>1.1870099999999999</c:v>
                </c:pt>
                <c:pt idx="7">
                  <c:v>1.1870099999999999</c:v>
                </c:pt>
                <c:pt idx="8">
                  <c:v>1.18442</c:v>
                </c:pt>
                <c:pt idx="9">
                  <c:v>1.1779200000000001</c:v>
                </c:pt>
                <c:pt idx="10">
                  <c:v>1.16364</c:v>
                </c:pt>
                <c:pt idx="11">
                  <c:v>1.14286</c:v>
                </c:pt>
                <c:pt idx="12">
                  <c:v>1.11948</c:v>
                </c:pt>
                <c:pt idx="13">
                  <c:v>1.08961</c:v>
                </c:pt>
                <c:pt idx="14">
                  <c:v>1.0519499999999999</c:v>
                </c:pt>
                <c:pt idx="15">
                  <c:v>1.0068600000000001</c:v>
                </c:pt>
                <c:pt idx="16">
                  <c:v>0.95652000000000004</c:v>
                </c:pt>
                <c:pt idx="17">
                  <c:v>0.90129999999999999</c:v>
                </c:pt>
                <c:pt idx="18">
                  <c:v>0.84174000000000004</c:v>
                </c:pt>
                <c:pt idx="19">
                  <c:v>0.77532000000000001</c:v>
                </c:pt>
                <c:pt idx="20">
                  <c:v>1.73878</c:v>
                </c:pt>
                <c:pt idx="21">
                  <c:v>1.73878</c:v>
                </c:pt>
                <c:pt idx="22">
                  <c:v>1.73776</c:v>
                </c:pt>
                <c:pt idx="23">
                  <c:v>1.73776</c:v>
                </c:pt>
                <c:pt idx="24">
                  <c:v>1.7367300000000001</c:v>
                </c:pt>
                <c:pt idx="25">
                  <c:v>1.7346900000000001</c:v>
                </c:pt>
                <c:pt idx="26">
                  <c:v>1.73163</c:v>
                </c:pt>
                <c:pt idx="27">
                  <c:v>1.7275499999999999</c:v>
                </c:pt>
                <c:pt idx="28">
                  <c:v>1.71837</c:v>
                </c:pt>
                <c:pt idx="29">
                  <c:v>1.70408</c:v>
                </c:pt>
                <c:pt idx="30">
                  <c:v>1.68571</c:v>
                </c:pt>
                <c:pt idx="31">
                  <c:v>1.66429</c:v>
                </c:pt>
                <c:pt idx="32">
                  <c:v>1.6387799999999999</c:v>
                </c:pt>
                <c:pt idx="33">
                  <c:v>1.6102000000000001</c:v>
                </c:pt>
                <c:pt idx="34">
                  <c:v>1.57551</c:v>
                </c:pt>
                <c:pt idx="35">
                  <c:v>1.53609</c:v>
                </c:pt>
                <c:pt idx="36">
                  <c:v>1.4937800000000001</c:v>
                </c:pt>
                <c:pt idx="37">
                  <c:v>1.44814</c:v>
                </c:pt>
                <c:pt idx="38">
                  <c:v>1.4013899999999999</c:v>
                </c:pt>
                <c:pt idx="39">
                  <c:v>1.35575</c:v>
                </c:pt>
                <c:pt idx="40">
                  <c:v>1.9902</c:v>
                </c:pt>
                <c:pt idx="41">
                  <c:v>1.9902</c:v>
                </c:pt>
                <c:pt idx="42">
                  <c:v>1.9902</c:v>
                </c:pt>
                <c:pt idx="43">
                  <c:v>1.9902</c:v>
                </c:pt>
                <c:pt idx="44">
                  <c:v>1.9902</c:v>
                </c:pt>
                <c:pt idx="45">
                  <c:v>1.9902</c:v>
                </c:pt>
                <c:pt idx="46">
                  <c:v>1.98868</c:v>
                </c:pt>
                <c:pt idx="47">
                  <c:v>1.9842299999999999</c:v>
                </c:pt>
                <c:pt idx="48">
                  <c:v>1.9731000000000001</c:v>
                </c:pt>
                <c:pt idx="49">
                  <c:v>1.9586300000000001</c:v>
                </c:pt>
                <c:pt idx="50">
                  <c:v>1.93859</c:v>
                </c:pt>
                <c:pt idx="51">
                  <c:v>1.9163300000000001</c:v>
                </c:pt>
                <c:pt idx="52">
                  <c:v>1.8862699999999999</c:v>
                </c:pt>
                <c:pt idx="53">
                  <c:v>1.85293</c:v>
                </c:pt>
                <c:pt idx="54">
                  <c:v>1.8150299999999999</c:v>
                </c:pt>
                <c:pt idx="55">
                  <c:v>1.7727299999999999</c:v>
                </c:pt>
                <c:pt idx="56">
                  <c:v>1.7304299999999999</c:v>
                </c:pt>
                <c:pt idx="57">
                  <c:v>1.68367</c:v>
                </c:pt>
                <c:pt idx="58">
                  <c:v>1.6369199999999999</c:v>
                </c:pt>
                <c:pt idx="59">
                  <c:v>1.59128</c:v>
                </c:pt>
                <c:pt idx="60">
                  <c:v>2.3051900000000001</c:v>
                </c:pt>
                <c:pt idx="61">
                  <c:v>2.3051900000000001</c:v>
                </c:pt>
                <c:pt idx="62">
                  <c:v>2.3051900000000001</c:v>
                </c:pt>
                <c:pt idx="63">
                  <c:v>2.3051900000000001</c:v>
                </c:pt>
                <c:pt idx="64">
                  <c:v>2.3051900000000001</c:v>
                </c:pt>
                <c:pt idx="65">
                  <c:v>2.3026</c:v>
                </c:pt>
                <c:pt idx="66">
                  <c:v>2.2974000000000001</c:v>
                </c:pt>
                <c:pt idx="67">
                  <c:v>2.2883100000000001</c:v>
                </c:pt>
                <c:pt idx="68">
                  <c:v>2.2727300000000001</c:v>
                </c:pt>
                <c:pt idx="69">
                  <c:v>2.2506300000000001</c:v>
                </c:pt>
                <c:pt idx="70">
                  <c:v>2.2233800000000001</c:v>
                </c:pt>
                <c:pt idx="71">
                  <c:v>2.1922100000000002</c:v>
                </c:pt>
                <c:pt idx="72">
                  <c:v>2.1584400000000001</c:v>
                </c:pt>
                <c:pt idx="73">
                  <c:v>2.12208</c:v>
                </c:pt>
                <c:pt idx="74">
                  <c:v>2.0831200000000001</c:v>
                </c:pt>
                <c:pt idx="75">
                  <c:v>2.0441600000000002</c:v>
                </c:pt>
                <c:pt idx="76">
                  <c:v>2.0013000000000001</c:v>
                </c:pt>
                <c:pt idx="77">
                  <c:v>1.95844</c:v>
                </c:pt>
                <c:pt idx="78">
                  <c:v>1.91429</c:v>
                </c:pt>
                <c:pt idx="79">
                  <c:v>1.8714299999999999</c:v>
                </c:pt>
                <c:pt idx="80">
                  <c:v>2.6307999999999998</c:v>
                </c:pt>
                <c:pt idx="81">
                  <c:v>2.6307999999999998</c:v>
                </c:pt>
                <c:pt idx="82">
                  <c:v>2.6307999999999998</c:v>
                </c:pt>
                <c:pt idx="83">
                  <c:v>2.6307999999999998</c:v>
                </c:pt>
                <c:pt idx="84">
                  <c:v>2.6293099999999998</c:v>
                </c:pt>
                <c:pt idx="85">
                  <c:v>2.62635</c:v>
                </c:pt>
                <c:pt idx="86">
                  <c:v>2.6189200000000001</c:v>
                </c:pt>
                <c:pt idx="87">
                  <c:v>2.6070500000000001</c:v>
                </c:pt>
                <c:pt idx="88">
                  <c:v>2.5862699999999998</c:v>
                </c:pt>
                <c:pt idx="89">
                  <c:v>2.5595500000000002</c:v>
                </c:pt>
                <c:pt idx="90">
                  <c:v>2.5298699999999998</c:v>
                </c:pt>
                <c:pt idx="91">
                  <c:v>2.4942500000000001</c:v>
                </c:pt>
                <c:pt idx="92">
                  <c:v>2.4571399999999999</c:v>
                </c:pt>
                <c:pt idx="93">
                  <c:v>2.4186299999999998</c:v>
                </c:pt>
                <c:pt idx="94">
                  <c:v>2.3784800000000001</c:v>
                </c:pt>
                <c:pt idx="95">
                  <c:v>2.3384</c:v>
                </c:pt>
                <c:pt idx="96">
                  <c:v>2.2968500000000001</c:v>
                </c:pt>
                <c:pt idx="97">
                  <c:v>2.2567699999999999</c:v>
                </c:pt>
                <c:pt idx="98">
                  <c:v>2.2166999999999999</c:v>
                </c:pt>
                <c:pt idx="99">
                  <c:v>2.1766200000000002</c:v>
                </c:pt>
                <c:pt idx="100">
                  <c:v>2.9159600000000001</c:v>
                </c:pt>
                <c:pt idx="101">
                  <c:v>2.9159600000000001</c:v>
                </c:pt>
                <c:pt idx="102">
                  <c:v>2.9144700000000001</c:v>
                </c:pt>
                <c:pt idx="103">
                  <c:v>2.9129900000000002</c:v>
                </c:pt>
                <c:pt idx="104">
                  <c:v>2.9129900000000002</c:v>
                </c:pt>
                <c:pt idx="105">
                  <c:v>2.9115000000000002</c:v>
                </c:pt>
                <c:pt idx="106">
                  <c:v>2.9070499999999999</c:v>
                </c:pt>
                <c:pt idx="107">
                  <c:v>2.8966599999999998</c:v>
                </c:pt>
                <c:pt idx="108">
                  <c:v>2.8818199999999998</c:v>
                </c:pt>
                <c:pt idx="109">
                  <c:v>2.86104</c:v>
                </c:pt>
                <c:pt idx="110">
                  <c:v>2.8317000000000001</c:v>
                </c:pt>
                <c:pt idx="111">
                  <c:v>2.7972199999999998</c:v>
                </c:pt>
                <c:pt idx="112">
                  <c:v>2.7601100000000001</c:v>
                </c:pt>
                <c:pt idx="113">
                  <c:v>2.7219000000000002</c:v>
                </c:pt>
                <c:pt idx="114">
                  <c:v>2.6825100000000002</c:v>
                </c:pt>
                <c:pt idx="115">
                  <c:v>2.64228</c:v>
                </c:pt>
                <c:pt idx="116">
                  <c:v>2.60215</c:v>
                </c:pt>
                <c:pt idx="117">
                  <c:v>2.5620500000000002</c:v>
                </c:pt>
                <c:pt idx="118">
                  <c:v>2.5219499999999999</c:v>
                </c:pt>
                <c:pt idx="119">
                  <c:v>2.4818500000000001</c:v>
                </c:pt>
                <c:pt idx="120">
                  <c:v>3.07152</c:v>
                </c:pt>
                <c:pt idx="121">
                  <c:v>3.07152</c:v>
                </c:pt>
                <c:pt idx="122">
                  <c:v>3.07152</c:v>
                </c:pt>
                <c:pt idx="123">
                  <c:v>3.07152</c:v>
                </c:pt>
                <c:pt idx="124">
                  <c:v>3.07152</c:v>
                </c:pt>
                <c:pt idx="125">
                  <c:v>3.07152</c:v>
                </c:pt>
                <c:pt idx="126">
                  <c:v>3.07152</c:v>
                </c:pt>
                <c:pt idx="127">
                  <c:v>3.0713599999999999</c:v>
                </c:pt>
                <c:pt idx="128">
                  <c:v>3.0698500000000002</c:v>
                </c:pt>
                <c:pt idx="129">
                  <c:v>3.0673499999999998</c:v>
                </c:pt>
                <c:pt idx="130">
                  <c:v>3.0631699999999999</c:v>
                </c:pt>
                <c:pt idx="131">
                  <c:v>3.05566</c:v>
                </c:pt>
                <c:pt idx="132">
                  <c:v>3.0406300000000002</c:v>
                </c:pt>
                <c:pt idx="133">
                  <c:v>3.0197600000000002</c:v>
                </c:pt>
                <c:pt idx="134">
                  <c:v>2.9913699999999999</c:v>
                </c:pt>
                <c:pt idx="135">
                  <c:v>2.9596499999999999</c:v>
                </c:pt>
                <c:pt idx="136">
                  <c:v>2.9255399999999998</c:v>
                </c:pt>
                <c:pt idx="137">
                  <c:v>2.88822</c:v>
                </c:pt>
                <c:pt idx="138">
                  <c:v>2.84944</c:v>
                </c:pt>
                <c:pt idx="139">
                  <c:v>2.8102</c:v>
                </c:pt>
              </c:numCache>
            </c:numRef>
          </c:xVal>
          <c:yVal>
            <c:numRef>
              <c:f>Sheet1!$B$124:$B$263</c:f>
              <c:numCache>
                <c:formatCode>General</c:formatCode>
                <c:ptCount val="140"/>
                <c:pt idx="0">
                  <c:v>1.4682599999999999</c:v>
                </c:pt>
                <c:pt idx="1">
                  <c:v>1.6756500000000001</c:v>
                </c:pt>
                <c:pt idx="2">
                  <c:v>1.88236</c:v>
                </c:pt>
                <c:pt idx="3">
                  <c:v>2.0904199999999999</c:v>
                </c:pt>
                <c:pt idx="4">
                  <c:v>2.3013499999999998</c:v>
                </c:pt>
                <c:pt idx="5">
                  <c:v>2.5090400000000002</c:v>
                </c:pt>
                <c:pt idx="6">
                  <c:v>2.71652</c:v>
                </c:pt>
                <c:pt idx="7">
                  <c:v>2.9239999999999999</c:v>
                </c:pt>
                <c:pt idx="8">
                  <c:v>3.1231900000000001</c:v>
                </c:pt>
                <c:pt idx="9">
                  <c:v>3.3093599999999999</c:v>
                </c:pt>
                <c:pt idx="10">
                  <c:v>3.4690300000000001</c:v>
                </c:pt>
                <c:pt idx="11">
                  <c:v>3.6056599999999999</c:v>
                </c:pt>
                <c:pt idx="12">
                  <c:v>3.7318199999999999</c:v>
                </c:pt>
                <c:pt idx="13">
                  <c:v>3.8346399999999998</c:v>
                </c:pt>
                <c:pt idx="14">
                  <c:v>3.91018</c:v>
                </c:pt>
                <c:pt idx="15">
                  <c:v>3.96062</c:v>
                </c:pt>
                <c:pt idx="16">
                  <c:v>3.9944000000000002</c:v>
                </c:pt>
                <c:pt idx="17">
                  <c:v>4.0142300000000004</c:v>
                </c:pt>
                <c:pt idx="18">
                  <c:v>4.0235700000000003</c:v>
                </c:pt>
                <c:pt idx="19">
                  <c:v>4.0174700000000003</c:v>
                </c:pt>
                <c:pt idx="20">
                  <c:v>3.2118600000000002</c:v>
                </c:pt>
                <c:pt idx="21">
                  <c:v>3.4676399999999998</c:v>
                </c:pt>
                <c:pt idx="22">
                  <c:v>3.7194400000000001</c:v>
                </c:pt>
                <c:pt idx="23">
                  <c:v>3.97512</c:v>
                </c:pt>
                <c:pt idx="24">
                  <c:v>4.2266000000000004</c:v>
                </c:pt>
                <c:pt idx="25">
                  <c:v>4.4736000000000002</c:v>
                </c:pt>
                <c:pt idx="26">
                  <c:v>4.7158100000000003</c:v>
                </c:pt>
                <c:pt idx="27">
                  <c:v>4.9529399999999999</c:v>
                </c:pt>
                <c:pt idx="28">
                  <c:v>5.1664700000000003</c:v>
                </c:pt>
                <c:pt idx="29">
                  <c:v>5.3552</c:v>
                </c:pt>
                <c:pt idx="30">
                  <c:v>5.5228299999999999</c:v>
                </c:pt>
                <c:pt idx="31">
                  <c:v>5.6734900000000001</c:v>
                </c:pt>
                <c:pt idx="32">
                  <c:v>5.8020699999999996</c:v>
                </c:pt>
                <c:pt idx="33">
                  <c:v>5.9130700000000003</c:v>
                </c:pt>
                <c:pt idx="34">
                  <c:v>5.99207</c:v>
                </c:pt>
                <c:pt idx="35">
                  <c:v>6.0457299999999998</c:v>
                </c:pt>
                <c:pt idx="36">
                  <c:v>6.0831099999999996</c:v>
                </c:pt>
                <c:pt idx="37">
                  <c:v>6.1025999999999998</c:v>
                </c:pt>
                <c:pt idx="38">
                  <c:v>6.1150399999999996</c:v>
                </c:pt>
                <c:pt idx="39">
                  <c:v>6.13096</c:v>
                </c:pt>
                <c:pt idx="40">
                  <c:v>4.20505</c:v>
                </c:pt>
                <c:pt idx="41">
                  <c:v>4.4880399999999998</c:v>
                </c:pt>
                <c:pt idx="42">
                  <c:v>4.77102</c:v>
                </c:pt>
                <c:pt idx="43">
                  <c:v>5.0540000000000003</c:v>
                </c:pt>
                <c:pt idx="44">
                  <c:v>5.3369799999999996</c:v>
                </c:pt>
                <c:pt idx="45">
                  <c:v>5.6199599999999998</c:v>
                </c:pt>
                <c:pt idx="46">
                  <c:v>5.8955299999999999</c:v>
                </c:pt>
                <c:pt idx="47">
                  <c:v>6.1561000000000003</c:v>
                </c:pt>
                <c:pt idx="48">
                  <c:v>6.3817500000000003</c:v>
                </c:pt>
                <c:pt idx="49">
                  <c:v>6.5879300000000001</c:v>
                </c:pt>
                <c:pt idx="50">
                  <c:v>6.7622799999999996</c:v>
                </c:pt>
                <c:pt idx="51">
                  <c:v>6.9214000000000002</c:v>
                </c:pt>
                <c:pt idx="52">
                  <c:v>7.0354299999999999</c:v>
                </c:pt>
                <c:pt idx="53">
                  <c:v>7.1277200000000001</c:v>
                </c:pt>
                <c:pt idx="54">
                  <c:v>7.1914499999999997</c:v>
                </c:pt>
                <c:pt idx="55">
                  <c:v>7.2276300000000004</c:v>
                </c:pt>
                <c:pt idx="56">
                  <c:v>7.25997</c:v>
                </c:pt>
                <c:pt idx="57">
                  <c:v>7.2652599999999996</c:v>
                </c:pt>
                <c:pt idx="58">
                  <c:v>7.26755</c:v>
                </c:pt>
                <c:pt idx="59">
                  <c:v>7.2729600000000003</c:v>
                </c:pt>
                <c:pt idx="60">
                  <c:v>5.6262800000000004</c:v>
                </c:pt>
                <c:pt idx="61">
                  <c:v>5.9479199999999999</c:v>
                </c:pt>
                <c:pt idx="62">
                  <c:v>6.2695600000000002</c:v>
                </c:pt>
                <c:pt idx="63">
                  <c:v>6.5911999999999997</c:v>
                </c:pt>
                <c:pt idx="64">
                  <c:v>6.9128400000000001</c:v>
                </c:pt>
                <c:pt idx="65">
                  <c:v>7.2202599999999997</c:v>
                </c:pt>
                <c:pt idx="66">
                  <c:v>7.5124899999999997</c:v>
                </c:pt>
                <c:pt idx="67">
                  <c:v>7.7811899999999996</c:v>
                </c:pt>
                <c:pt idx="68">
                  <c:v>8.0100599999999993</c:v>
                </c:pt>
                <c:pt idx="69">
                  <c:v>8.1972100000000001</c:v>
                </c:pt>
                <c:pt idx="70">
                  <c:v>8.3492999999999995</c:v>
                </c:pt>
                <c:pt idx="71">
                  <c:v>8.4729299999999999</c:v>
                </c:pt>
                <c:pt idx="72">
                  <c:v>8.5756099999999993</c:v>
                </c:pt>
                <c:pt idx="73">
                  <c:v>8.6572300000000002</c:v>
                </c:pt>
                <c:pt idx="74">
                  <c:v>8.7177900000000008</c:v>
                </c:pt>
                <c:pt idx="75">
                  <c:v>8.7731499999999993</c:v>
                </c:pt>
                <c:pt idx="76">
                  <c:v>8.7998899999999995</c:v>
                </c:pt>
                <c:pt idx="77">
                  <c:v>8.8218999999999994</c:v>
                </c:pt>
                <c:pt idx="78">
                  <c:v>8.8316300000000005</c:v>
                </c:pt>
                <c:pt idx="79">
                  <c:v>8.8450699999999998</c:v>
                </c:pt>
                <c:pt idx="80">
                  <c:v>7.3021700000000003</c:v>
                </c:pt>
                <c:pt idx="81">
                  <c:v>7.6691399999999996</c:v>
                </c:pt>
                <c:pt idx="82">
                  <c:v>8.0360999999999994</c:v>
                </c:pt>
                <c:pt idx="83">
                  <c:v>8.40306</c:v>
                </c:pt>
                <c:pt idx="84">
                  <c:v>8.7610399999999995</c:v>
                </c:pt>
                <c:pt idx="85">
                  <c:v>9.1093700000000002</c:v>
                </c:pt>
                <c:pt idx="86">
                  <c:v>9.4286600000000007</c:v>
                </c:pt>
                <c:pt idx="87">
                  <c:v>9.7171500000000002</c:v>
                </c:pt>
                <c:pt idx="88">
                  <c:v>9.9441400000000009</c:v>
                </c:pt>
                <c:pt idx="89">
                  <c:v>10.126749999999999</c:v>
                </c:pt>
                <c:pt idx="90">
                  <c:v>10.28354</c:v>
                </c:pt>
                <c:pt idx="91">
                  <c:v>10.393980000000001</c:v>
                </c:pt>
                <c:pt idx="92">
                  <c:v>10.48757</c:v>
                </c:pt>
                <c:pt idx="93">
                  <c:v>10.564870000000001</c:v>
                </c:pt>
                <c:pt idx="94">
                  <c:v>10.624280000000001</c:v>
                </c:pt>
                <c:pt idx="95">
                  <c:v>10.6778</c:v>
                </c:pt>
                <c:pt idx="96">
                  <c:v>10.71489</c:v>
                </c:pt>
                <c:pt idx="97">
                  <c:v>10.75623</c:v>
                </c:pt>
                <c:pt idx="98">
                  <c:v>10.791880000000001</c:v>
                </c:pt>
                <c:pt idx="99">
                  <c:v>10.82208</c:v>
                </c:pt>
                <c:pt idx="100">
                  <c:v>8.9425799999999995</c:v>
                </c:pt>
                <c:pt idx="101">
                  <c:v>9.3537099999999995</c:v>
                </c:pt>
                <c:pt idx="102">
                  <c:v>9.7554099999999995</c:v>
                </c:pt>
                <c:pt idx="103">
                  <c:v>10.15662</c:v>
                </c:pt>
                <c:pt idx="104">
                  <c:v>10.567270000000001</c:v>
                </c:pt>
                <c:pt idx="105">
                  <c:v>10.96777</c:v>
                </c:pt>
                <c:pt idx="106">
                  <c:v>11.34704</c:v>
                </c:pt>
                <c:pt idx="107">
                  <c:v>11.68257</c:v>
                </c:pt>
                <c:pt idx="108">
                  <c:v>11.982699999999999</c:v>
                </c:pt>
                <c:pt idx="109">
                  <c:v>12.23484</c:v>
                </c:pt>
                <c:pt idx="110">
                  <c:v>12.41757</c:v>
                </c:pt>
                <c:pt idx="111">
                  <c:v>12.554489999999999</c:v>
                </c:pt>
                <c:pt idx="112">
                  <c:v>12.663790000000001</c:v>
                </c:pt>
                <c:pt idx="113">
                  <c:v>12.75676</c:v>
                </c:pt>
                <c:pt idx="114">
                  <c:v>12.83297</c:v>
                </c:pt>
                <c:pt idx="115">
                  <c:v>12.89503</c:v>
                </c:pt>
                <c:pt idx="116">
                  <c:v>12.95044</c:v>
                </c:pt>
                <c:pt idx="117">
                  <c:v>12.99883</c:v>
                </c:pt>
                <c:pt idx="118">
                  <c:v>13.04026</c:v>
                </c:pt>
                <c:pt idx="119">
                  <c:v>13.07498</c:v>
                </c:pt>
                <c:pt idx="120">
                  <c:v>9.9054699999999993</c:v>
                </c:pt>
                <c:pt idx="121">
                  <c:v>10.342460000000001</c:v>
                </c:pt>
                <c:pt idx="122">
                  <c:v>10.779450000000001</c:v>
                </c:pt>
                <c:pt idx="123">
                  <c:v>11.21644</c:v>
                </c:pt>
                <c:pt idx="124">
                  <c:v>11.65343</c:v>
                </c:pt>
                <c:pt idx="125">
                  <c:v>12.09042</c:v>
                </c:pt>
                <c:pt idx="126">
                  <c:v>12.5274</c:v>
                </c:pt>
                <c:pt idx="127">
                  <c:v>12.96317</c:v>
                </c:pt>
                <c:pt idx="128">
                  <c:v>13.38852</c:v>
                </c:pt>
                <c:pt idx="129">
                  <c:v>13.80551</c:v>
                </c:pt>
                <c:pt idx="130">
                  <c:v>14.208270000000001</c:v>
                </c:pt>
                <c:pt idx="131">
                  <c:v>14.58234</c:v>
                </c:pt>
                <c:pt idx="132">
                  <c:v>14.89152</c:v>
                </c:pt>
                <c:pt idx="133">
                  <c:v>15.14696</c:v>
                </c:pt>
                <c:pt idx="134">
                  <c:v>15.332549999999999</c:v>
                </c:pt>
                <c:pt idx="135">
                  <c:v>15.482189999999999</c:v>
                </c:pt>
                <c:pt idx="136">
                  <c:v>15.6035</c:v>
                </c:pt>
                <c:pt idx="137">
                  <c:v>15.68906</c:v>
                </c:pt>
                <c:pt idx="138">
                  <c:v>15.75375</c:v>
                </c:pt>
                <c:pt idx="139">
                  <c:v>15.80644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FF6-4944-9D04-B464ED5E31F8}"/>
            </c:ext>
          </c:extLst>
        </c:ser>
        <c:ser>
          <c:idx val="2"/>
          <c:order val="2"/>
          <c:tx>
            <c:strRef>
              <c:f>Sheet1!$B$265</c:f>
              <c:strCache>
                <c:ptCount val="1"/>
                <c:pt idx="0">
                  <c:v>Rad1kg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Sheet1!$A$266:$A$425</c:f>
              <c:numCache>
                <c:formatCode>General</c:formatCode>
                <c:ptCount val="160"/>
                <c:pt idx="0">
                  <c:v>0.38941999999999999</c:v>
                </c:pt>
                <c:pt idx="1">
                  <c:v>0.38464999999999999</c:v>
                </c:pt>
                <c:pt idx="2">
                  <c:v>0.37863999999999998</c:v>
                </c:pt>
                <c:pt idx="3">
                  <c:v>0.37142999999999998</c:v>
                </c:pt>
                <c:pt idx="4">
                  <c:v>0.36331000000000002</c:v>
                </c:pt>
                <c:pt idx="5">
                  <c:v>0.35420000000000001</c:v>
                </c:pt>
                <c:pt idx="6">
                  <c:v>0.34467999999999999</c:v>
                </c:pt>
                <c:pt idx="7">
                  <c:v>0.33428999999999998</c:v>
                </c:pt>
                <c:pt idx="8">
                  <c:v>0.32338</c:v>
                </c:pt>
                <c:pt idx="9">
                  <c:v>0.31269000000000002</c:v>
                </c:pt>
                <c:pt idx="10">
                  <c:v>0.30162</c:v>
                </c:pt>
                <c:pt idx="11">
                  <c:v>0.29082000000000002</c:v>
                </c:pt>
                <c:pt idx="12">
                  <c:v>0.27982000000000001</c:v>
                </c:pt>
                <c:pt idx="13">
                  <c:v>0.26898</c:v>
                </c:pt>
                <c:pt idx="14">
                  <c:v>0.25816</c:v>
                </c:pt>
                <c:pt idx="15">
                  <c:v>0.24754999999999999</c:v>
                </c:pt>
                <c:pt idx="16">
                  <c:v>0.23715</c:v>
                </c:pt>
                <c:pt idx="17">
                  <c:v>0.22714000000000001</c:v>
                </c:pt>
                <c:pt idx="18">
                  <c:v>0.21734999999999999</c:v>
                </c:pt>
                <c:pt idx="19">
                  <c:v>0.20796000000000001</c:v>
                </c:pt>
                <c:pt idx="20">
                  <c:v>0.47244999999999998</c:v>
                </c:pt>
                <c:pt idx="21">
                  <c:v>0.47040999999999999</c:v>
                </c:pt>
                <c:pt idx="22">
                  <c:v>0.46734999999999999</c:v>
                </c:pt>
                <c:pt idx="23">
                  <c:v>0.46346999999999999</c:v>
                </c:pt>
                <c:pt idx="24">
                  <c:v>0.45867000000000002</c:v>
                </c:pt>
                <c:pt idx="25">
                  <c:v>0.45240999999999998</c:v>
                </c:pt>
                <c:pt idx="26">
                  <c:v>0.44490000000000002</c:v>
                </c:pt>
                <c:pt idx="27">
                  <c:v>0.43618000000000001</c:v>
                </c:pt>
                <c:pt idx="28">
                  <c:v>0.42653000000000002</c:v>
                </c:pt>
                <c:pt idx="29">
                  <c:v>0.41564000000000001</c:v>
                </c:pt>
                <c:pt idx="30">
                  <c:v>0.40407999999999999</c:v>
                </c:pt>
                <c:pt idx="31">
                  <c:v>0.39184000000000002</c:v>
                </c:pt>
                <c:pt idx="32">
                  <c:v>0.37958999999999998</c:v>
                </c:pt>
                <c:pt idx="33">
                  <c:v>0.36735000000000001</c:v>
                </c:pt>
                <c:pt idx="34">
                  <c:v>0.35510000000000003</c:v>
                </c:pt>
                <c:pt idx="35">
                  <c:v>0.34300999999999998</c:v>
                </c:pt>
                <c:pt idx="36">
                  <c:v>0.33121</c:v>
                </c:pt>
                <c:pt idx="37">
                  <c:v>0.31985000000000002</c:v>
                </c:pt>
                <c:pt idx="38">
                  <c:v>0.30867</c:v>
                </c:pt>
                <c:pt idx="39">
                  <c:v>0.29796</c:v>
                </c:pt>
                <c:pt idx="40">
                  <c:v>0.57859000000000005</c:v>
                </c:pt>
                <c:pt idx="41">
                  <c:v>0.57813999999999999</c:v>
                </c:pt>
                <c:pt idx="42">
                  <c:v>0.57743</c:v>
                </c:pt>
                <c:pt idx="43">
                  <c:v>0.57633000000000001</c:v>
                </c:pt>
                <c:pt idx="44">
                  <c:v>0.57459000000000005</c:v>
                </c:pt>
                <c:pt idx="45">
                  <c:v>0.57191000000000003</c:v>
                </c:pt>
                <c:pt idx="46">
                  <c:v>0.56789999999999996</c:v>
                </c:pt>
                <c:pt idx="47">
                  <c:v>0.56122000000000005</c:v>
                </c:pt>
                <c:pt idx="48">
                  <c:v>0.55320999999999998</c:v>
                </c:pt>
                <c:pt idx="49">
                  <c:v>0.54269000000000001</c:v>
                </c:pt>
                <c:pt idx="50">
                  <c:v>0.53078000000000003</c:v>
                </c:pt>
                <c:pt idx="51">
                  <c:v>0.51848000000000005</c:v>
                </c:pt>
                <c:pt idx="52">
                  <c:v>0.50573000000000001</c:v>
                </c:pt>
                <c:pt idx="53">
                  <c:v>0.49273</c:v>
                </c:pt>
                <c:pt idx="54">
                  <c:v>0.47974</c:v>
                </c:pt>
                <c:pt idx="55">
                  <c:v>0.46690999999999999</c:v>
                </c:pt>
                <c:pt idx="56">
                  <c:v>0.45429000000000003</c:v>
                </c:pt>
                <c:pt idx="57">
                  <c:v>0.44181999999999999</c:v>
                </c:pt>
                <c:pt idx="58">
                  <c:v>0.42960999999999999</c:v>
                </c:pt>
                <c:pt idx="59">
                  <c:v>0.41785</c:v>
                </c:pt>
                <c:pt idx="60">
                  <c:v>0.72126000000000001</c:v>
                </c:pt>
                <c:pt idx="61">
                  <c:v>0.72082000000000002</c:v>
                </c:pt>
                <c:pt idx="62">
                  <c:v>0.72019999999999995</c:v>
                </c:pt>
                <c:pt idx="63">
                  <c:v>0.71928999999999998</c:v>
                </c:pt>
                <c:pt idx="64">
                  <c:v>0.71814</c:v>
                </c:pt>
                <c:pt idx="65">
                  <c:v>0.71653</c:v>
                </c:pt>
                <c:pt idx="66">
                  <c:v>0.71409999999999996</c:v>
                </c:pt>
                <c:pt idx="67">
                  <c:v>0.71013000000000004</c:v>
                </c:pt>
                <c:pt idx="68">
                  <c:v>0.70433999999999997</c:v>
                </c:pt>
                <c:pt idx="69">
                  <c:v>0.69543999999999995</c:v>
                </c:pt>
                <c:pt idx="70">
                  <c:v>0.68408000000000002</c:v>
                </c:pt>
                <c:pt idx="71">
                  <c:v>0.67142999999999997</c:v>
                </c:pt>
                <c:pt idx="72">
                  <c:v>0.65844000000000003</c:v>
                </c:pt>
                <c:pt idx="73">
                  <c:v>0.64553000000000005</c:v>
                </c:pt>
                <c:pt idx="74">
                  <c:v>0.63249999999999995</c:v>
                </c:pt>
                <c:pt idx="75">
                  <c:v>0.61934</c:v>
                </c:pt>
                <c:pt idx="76">
                  <c:v>0.60618000000000005</c:v>
                </c:pt>
                <c:pt idx="77">
                  <c:v>0.59301000000000004</c:v>
                </c:pt>
                <c:pt idx="78">
                  <c:v>0.58011000000000001</c:v>
                </c:pt>
                <c:pt idx="79">
                  <c:v>0.56752999999999998</c:v>
                </c:pt>
                <c:pt idx="80">
                  <c:v>0.89995999999999998</c:v>
                </c:pt>
                <c:pt idx="81">
                  <c:v>0.89993000000000001</c:v>
                </c:pt>
                <c:pt idx="82">
                  <c:v>0.89993000000000001</c:v>
                </c:pt>
                <c:pt idx="83">
                  <c:v>0.89959</c:v>
                </c:pt>
                <c:pt idx="84">
                  <c:v>0.89859</c:v>
                </c:pt>
                <c:pt idx="85">
                  <c:v>0.89681</c:v>
                </c:pt>
                <c:pt idx="86">
                  <c:v>0.89346999999999999</c:v>
                </c:pt>
                <c:pt idx="87">
                  <c:v>0.88834999999999997</c:v>
                </c:pt>
                <c:pt idx="88">
                  <c:v>0.88166999999999995</c:v>
                </c:pt>
                <c:pt idx="89">
                  <c:v>0.87407999999999997</c:v>
                </c:pt>
                <c:pt idx="90">
                  <c:v>0.86531000000000002</c:v>
                </c:pt>
                <c:pt idx="91">
                  <c:v>0.85540000000000005</c:v>
                </c:pt>
                <c:pt idx="92">
                  <c:v>0.84382000000000001</c:v>
                </c:pt>
                <c:pt idx="93">
                  <c:v>0.83135000000000003</c:v>
                </c:pt>
                <c:pt idx="94">
                  <c:v>0.81806999999999996</c:v>
                </c:pt>
                <c:pt idx="95">
                  <c:v>0.80418999999999996</c:v>
                </c:pt>
                <c:pt idx="96">
                  <c:v>0.79005999999999998</c:v>
                </c:pt>
                <c:pt idx="97">
                  <c:v>0.77639999999999998</c:v>
                </c:pt>
                <c:pt idx="98">
                  <c:v>0.76249</c:v>
                </c:pt>
                <c:pt idx="99">
                  <c:v>0.74878999999999996</c:v>
                </c:pt>
                <c:pt idx="100">
                  <c:v>0.98289000000000004</c:v>
                </c:pt>
                <c:pt idx="101">
                  <c:v>0.98289000000000004</c:v>
                </c:pt>
                <c:pt idx="102">
                  <c:v>0.98282999999999998</c:v>
                </c:pt>
                <c:pt idx="103">
                  <c:v>0.98214999999999997</c:v>
                </c:pt>
                <c:pt idx="104">
                  <c:v>0.98104000000000002</c:v>
                </c:pt>
                <c:pt idx="105">
                  <c:v>0.97940000000000005</c:v>
                </c:pt>
                <c:pt idx="106">
                  <c:v>0.97696000000000005</c:v>
                </c:pt>
                <c:pt idx="107">
                  <c:v>0.97382999999999997</c:v>
                </c:pt>
                <c:pt idx="108">
                  <c:v>0.96916999999999998</c:v>
                </c:pt>
                <c:pt idx="109">
                  <c:v>0.96360000000000001</c:v>
                </c:pt>
                <c:pt idx="110">
                  <c:v>0.95691999999999999</c:v>
                </c:pt>
                <c:pt idx="111">
                  <c:v>0.94864999999999999</c:v>
                </c:pt>
                <c:pt idx="112">
                  <c:v>0.93947999999999998</c:v>
                </c:pt>
                <c:pt idx="113">
                  <c:v>0.92945999999999995</c:v>
                </c:pt>
                <c:pt idx="114">
                  <c:v>0.91881000000000002</c:v>
                </c:pt>
                <c:pt idx="115">
                  <c:v>0.90756999999999999</c:v>
                </c:pt>
                <c:pt idx="116">
                  <c:v>0.89607000000000003</c:v>
                </c:pt>
                <c:pt idx="117">
                  <c:v>0.88419000000000003</c:v>
                </c:pt>
                <c:pt idx="118">
                  <c:v>0.87207999999999997</c:v>
                </c:pt>
                <c:pt idx="119">
                  <c:v>0.86048000000000002</c:v>
                </c:pt>
                <c:pt idx="120">
                  <c:v>1.0370699999999999</c:v>
                </c:pt>
                <c:pt idx="121">
                  <c:v>1.0370699999999999</c:v>
                </c:pt>
                <c:pt idx="122">
                  <c:v>1.0370699999999999</c:v>
                </c:pt>
                <c:pt idx="123">
                  <c:v>1.03685</c:v>
                </c:pt>
                <c:pt idx="124">
                  <c:v>1.0364</c:v>
                </c:pt>
                <c:pt idx="125">
                  <c:v>1.0359</c:v>
                </c:pt>
                <c:pt idx="126">
                  <c:v>1.0349699999999999</c:v>
                </c:pt>
                <c:pt idx="127">
                  <c:v>1.0337400000000001</c:v>
                </c:pt>
                <c:pt idx="128">
                  <c:v>1.03207</c:v>
                </c:pt>
                <c:pt idx="129">
                  <c:v>1.03006</c:v>
                </c:pt>
                <c:pt idx="130">
                  <c:v>1.0275000000000001</c:v>
                </c:pt>
                <c:pt idx="131">
                  <c:v>1.02393</c:v>
                </c:pt>
                <c:pt idx="132">
                  <c:v>1.0196000000000001</c:v>
                </c:pt>
                <c:pt idx="133">
                  <c:v>1.01481</c:v>
                </c:pt>
                <c:pt idx="134">
                  <c:v>1.00902</c:v>
                </c:pt>
                <c:pt idx="135">
                  <c:v>1.0024999999999999</c:v>
                </c:pt>
                <c:pt idx="136">
                  <c:v>0.99482000000000004</c:v>
                </c:pt>
                <c:pt idx="137">
                  <c:v>0.98665999999999998</c:v>
                </c:pt>
                <c:pt idx="138">
                  <c:v>0.97789999999999999</c:v>
                </c:pt>
                <c:pt idx="139">
                  <c:v>0.96870000000000001</c:v>
                </c:pt>
                <c:pt idx="140">
                  <c:v>1.0646599999999999</c:v>
                </c:pt>
                <c:pt idx="141">
                  <c:v>1.0646599999999999</c:v>
                </c:pt>
                <c:pt idx="142">
                  <c:v>1.0646599999999999</c:v>
                </c:pt>
                <c:pt idx="143">
                  <c:v>1.0646599999999999</c:v>
                </c:pt>
                <c:pt idx="144">
                  <c:v>1.0646599999999999</c:v>
                </c:pt>
                <c:pt idx="145">
                  <c:v>1.0646599999999999</c:v>
                </c:pt>
                <c:pt idx="146">
                  <c:v>1.0646599999999999</c:v>
                </c:pt>
                <c:pt idx="147">
                  <c:v>1.0646599999999999</c:v>
                </c:pt>
                <c:pt idx="148">
                  <c:v>1.0646599999999999</c:v>
                </c:pt>
                <c:pt idx="149">
                  <c:v>1.0646599999999999</c:v>
                </c:pt>
                <c:pt idx="150">
                  <c:v>1.0646599999999999</c:v>
                </c:pt>
                <c:pt idx="151">
                  <c:v>1.06443</c:v>
                </c:pt>
                <c:pt idx="152">
                  <c:v>1.0641</c:v>
                </c:pt>
                <c:pt idx="153">
                  <c:v>1.0636000000000001</c:v>
                </c:pt>
                <c:pt idx="154">
                  <c:v>1.06263</c:v>
                </c:pt>
                <c:pt idx="155">
                  <c:v>1.0609500000000001</c:v>
                </c:pt>
                <c:pt idx="156">
                  <c:v>1.0590900000000001</c:v>
                </c:pt>
                <c:pt idx="157">
                  <c:v>1.0564199999999999</c:v>
                </c:pt>
                <c:pt idx="158">
                  <c:v>1.05308</c:v>
                </c:pt>
                <c:pt idx="159">
                  <c:v>1.04904</c:v>
                </c:pt>
              </c:numCache>
            </c:numRef>
          </c:xVal>
          <c:yVal>
            <c:numRef>
              <c:f>Sheet1!$B$266:$B$425</c:f>
              <c:numCache>
                <c:formatCode>General</c:formatCode>
                <c:ptCount val="160"/>
                <c:pt idx="0">
                  <c:v>1.3839399999999999</c:v>
                </c:pt>
                <c:pt idx="1">
                  <c:v>1.4356100000000001</c:v>
                </c:pt>
                <c:pt idx="2">
                  <c:v>1.4826299999999999</c:v>
                </c:pt>
                <c:pt idx="3">
                  <c:v>1.52477</c:v>
                </c:pt>
                <c:pt idx="4">
                  <c:v>1.5625899999999999</c:v>
                </c:pt>
                <c:pt idx="5">
                  <c:v>1.5955999999999999</c:v>
                </c:pt>
                <c:pt idx="6">
                  <c:v>1.6254900000000001</c:v>
                </c:pt>
                <c:pt idx="7">
                  <c:v>1.65059</c:v>
                </c:pt>
                <c:pt idx="8">
                  <c:v>1.67191</c:v>
                </c:pt>
                <c:pt idx="9">
                  <c:v>1.69191</c:v>
                </c:pt>
                <c:pt idx="10">
                  <c:v>1.7084699999999999</c:v>
                </c:pt>
                <c:pt idx="11">
                  <c:v>1.72383</c:v>
                </c:pt>
                <c:pt idx="12">
                  <c:v>1.7363900000000001</c:v>
                </c:pt>
                <c:pt idx="13">
                  <c:v>1.74735</c:v>
                </c:pt>
                <c:pt idx="14">
                  <c:v>1.75627</c:v>
                </c:pt>
                <c:pt idx="15">
                  <c:v>1.7638499999999999</c:v>
                </c:pt>
                <c:pt idx="16">
                  <c:v>1.77017</c:v>
                </c:pt>
                <c:pt idx="17">
                  <c:v>1.77596</c:v>
                </c:pt>
                <c:pt idx="18">
                  <c:v>1.78061</c:v>
                </c:pt>
                <c:pt idx="19">
                  <c:v>1.7849699999999999</c:v>
                </c:pt>
                <c:pt idx="20">
                  <c:v>1.62839</c:v>
                </c:pt>
                <c:pt idx="21">
                  <c:v>1.69682</c:v>
                </c:pt>
                <c:pt idx="22">
                  <c:v>1.76139</c:v>
                </c:pt>
                <c:pt idx="23">
                  <c:v>1.82246</c:v>
                </c:pt>
                <c:pt idx="24">
                  <c:v>1.8794500000000001</c:v>
                </c:pt>
                <c:pt idx="25">
                  <c:v>1.9301299999999999</c:v>
                </c:pt>
                <c:pt idx="26">
                  <c:v>1.97485</c:v>
                </c:pt>
                <c:pt idx="27">
                  <c:v>2.0135200000000002</c:v>
                </c:pt>
                <c:pt idx="28">
                  <c:v>2.04691</c:v>
                </c:pt>
                <c:pt idx="29">
                  <c:v>2.0735399999999999</c:v>
                </c:pt>
                <c:pt idx="30">
                  <c:v>2.0954700000000002</c:v>
                </c:pt>
                <c:pt idx="31">
                  <c:v>2.1124700000000001</c:v>
                </c:pt>
                <c:pt idx="32">
                  <c:v>2.1272099999999998</c:v>
                </c:pt>
                <c:pt idx="33">
                  <c:v>2.1396799999999998</c:v>
                </c:pt>
                <c:pt idx="34">
                  <c:v>2.1498900000000001</c:v>
                </c:pt>
                <c:pt idx="35">
                  <c:v>2.1584400000000001</c:v>
                </c:pt>
                <c:pt idx="36">
                  <c:v>2.16601</c:v>
                </c:pt>
                <c:pt idx="37">
                  <c:v>2.17333</c:v>
                </c:pt>
                <c:pt idx="38">
                  <c:v>2.1792500000000001</c:v>
                </c:pt>
                <c:pt idx="39">
                  <c:v>2.18512</c:v>
                </c:pt>
                <c:pt idx="40">
                  <c:v>1.98715</c:v>
                </c:pt>
                <c:pt idx="41">
                  <c:v>2.0726499999999999</c:v>
                </c:pt>
                <c:pt idx="42">
                  <c:v>2.1570200000000002</c:v>
                </c:pt>
                <c:pt idx="43">
                  <c:v>2.2397100000000001</c:v>
                </c:pt>
                <c:pt idx="44">
                  <c:v>2.3195800000000002</c:v>
                </c:pt>
                <c:pt idx="45">
                  <c:v>2.39513</c:v>
                </c:pt>
                <c:pt idx="46">
                  <c:v>2.4644699999999999</c:v>
                </c:pt>
                <c:pt idx="47">
                  <c:v>2.5213700000000001</c:v>
                </c:pt>
                <c:pt idx="48">
                  <c:v>2.5710600000000001</c:v>
                </c:pt>
                <c:pt idx="49">
                  <c:v>2.6079699999999999</c:v>
                </c:pt>
                <c:pt idx="50">
                  <c:v>2.6366499999999999</c:v>
                </c:pt>
                <c:pt idx="51">
                  <c:v>2.6614100000000001</c:v>
                </c:pt>
                <c:pt idx="52">
                  <c:v>2.6819099999999998</c:v>
                </c:pt>
                <c:pt idx="53">
                  <c:v>2.6990099999999999</c:v>
                </c:pt>
                <c:pt idx="54">
                  <c:v>2.7138900000000001</c:v>
                </c:pt>
                <c:pt idx="55">
                  <c:v>2.72722</c:v>
                </c:pt>
                <c:pt idx="56">
                  <c:v>2.73929</c:v>
                </c:pt>
                <c:pt idx="57">
                  <c:v>2.74986</c:v>
                </c:pt>
                <c:pt idx="58">
                  <c:v>2.7594699999999999</c:v>
                </c:pt>
                <c:pt idx="59">
                  <c:v>2.76911</c:v>
                </c:pt>
                <c:pt idx="60">
                  <c:v>2.5511300000000001</c:v>
                </c:pt>
                <c:pt idx="61">
                  <c:v>2.65211</c:v>
                </c:pt>
                <c:pt idx="62">
                  <c:v>2.7522600000000002</c:v>
                </c:pt>
                <c:pt idx="63">
                  <c:v>2.8508599999999999</c:v>
                </c:pt>
                <c:pt idx="64">
                  <c:v>2.94821</c:v>
                </c:pt>
                <c:pt idx="65">
                  <c:v>3.0430600000000001</c:v>
                </c:pt>
                <c:pt idx="66">
                  <c:v>3.1335500000000001</c:v>
                </c:pt>
                <c:pt idx="67">
                  <c:v>3.2158600000000002</c:v>
                </c:pt>
                <c:pt idx="68">
                  <c:v>3.2881399999999998</c:v>
                </c:pt>
                <c:pt idx="69">
                  <c:v>3.3432499999999998</c:v>
                </c:pt>
                <c:pt idx="70">
                  <c:v>3.3839999999999999</c:v>
                </c:pt>
                <c:pt idx="71">
                  <c:v>3.4159799999999998</c:v>
                </c:pt>
                <c:pt idx="72">
                  <c:v>3.4440499999999998</c:v>
                </c:pt>
                <c:pt idx="73">
                  <c:v>3.4704600000000001</c:v>
                </c:pt>
                <c:pt idx="74">
                  <c:v>3.4940199999999999</c:v>
                </c:pt>
                <c:pt idx="75">
                  <c:v>3.5146799999999998</c:v>
                </c:pt>
                <c:pt idx="76">
                  <c:v>3.5331299999999999</c:v>
                </c:pt>
                <c:pt idx="77">
                  <c:v>3.5493600000000001</c:v>
                </c:pt>
                <c:pt idx="78">
                  <c:v>3.56481</c:v>
                </c:pt>
                <c:pt idx="79">
                  <c:v>3.5798800000000002</c:v>
                </c:pt>
                <c:pt idx="80">
                  <c:v>3.3897900000000001</c:v>
                </c:pt>
                <c:pt idx="81">
                  <c:v>3.5114399999999999</c:v>
                </c:pt>
                <c:pt idx="82">
                  <c:v>3.6332900000000001</c:v>
                </c:pt>
                <c:pt idx="83">
                  <c:v>3.75332</c:v>
                </c:pt>
                <c:pt idx="84">
                  <c:v>3.8696100000000002</c:v>
                </c:pt>
                <c:pt idx="85">
                  <c:v>3.9813200000000002</c:v>
                </c:pt>
                <c:pt idx="86">
                  <c:v>4.0838000000000001</c:v>
                </c:pt>
                <c:pt idx="87">
                  <c:v>4.1753499999999999</c:v>
                </c:pt>
                <c:pt idx="88">
                  <c:v>4.2568200000000003</c:v>
                </c:pt>
                <c:pt idx="89">
                  <c:v>4.3317300000000003</c:v>
                </c:pt>
                <c:pt idx="90">
                  <c:v>4.3981899999999996</c:v>
                </c:pt>
                <c:pt idx="91">
                  <c:v>4.4562999999999997</c:v>
                </c:pt>
                <c:pt idx="92">
                  <c:v>4.5025700000000004</c:v>
                </c:pt>
                <c:pt idx="93">
                  <c:v>4.5415000000000001</c:v>
                </c:pt>
                <c:pt idx="94">
                  <c:v>4.5734000000000004</c:v>
                </c:pt>
                <c:pt idx="95">
                  <c:v>4.5995100000000004</c:v>
                </c:pt>
                <c:pt idx="96">
                  <c:v>4.6218399999999997</c:v>
                </c:pt>
                <c:pt idx="97">
                  <c:v>4.64506</c:v>
                </c:pt>
                <c:pt idx="98">
                  <c:v>4.6645099999999999</c:v>
                </c:pt>
                <c:pt idx="99">
                  <c:v>4.6831100000000001</c:v>
                </c:pt>
                <c:pt idx="100">
                  <c:v>3.8289499999999999</c:v>
                </c:pt>
                <c:pt idx="101">
                  <c:v>3.95926</c:v>
                </c:pt>
                <c:pt idx="102">
                  <c:v>4.0891900000000003</c:v>
                </c:pt>
                <c:pt idx="103">
                  <c:v>4.2155699999999996</c:v>
                </c:pt>
                <c:pt idx="104">
                  <c:v>4.3392499999999998</c:v>
                </c:pt>
                <c:pt idx="105">
                  <c:v>4.4595599999999997</c:v>
                </c:pt>
                <c:pt idx="106">
                  <c:v>4.5747</c:v>
                </c:pt>
                <c:pt idx="107">
                  <c:v>4.6851500000000001</c:v>
                </c:pt>
                <c:pt idx="108">
                  <c:v>4.7854099999999997</c:v>
                </c:pt>
                <c:pt idx="109">
                  <c:v>4.8791399999999996</c:v>
                </c:pt>
                <c:pt idx="110">
                  <c:v>4.9647800000000002</c:v>
                </c:pt>
                <c:pt idx="111">
                  <c:v>5.0389499999999998</c:v>
                </c:pt>
                <c:pt idx="112">
                  <c:v>5.1059400000000004</c:v>
                </c:pt>
                <c:pt idx="113">
                  <c:v>5.1657999999999999</c:v>
                </c:pt>
                <c:pt idx="114">
                  <c:v>5.2198500000000001</c:v>
                </c:pt>
                <c:pt idx="115">
                  <c:v>5.26823</c:v>
                </c:pt>
                <c:pt idx="116">
                  <c:v>5.3130600000000001</c:v>
                </c:pt>
                <c:pt idx="117">
                  <c:v>5.3535500000000003</c:v>
                </c:pt>
                <c:pt idx="118">
                  <c:v>5.3905000000000003</c:v>
                </c:pt>
                <c:pt idx="119">
                  <c:v>5.4291099999999997</c:v>
                </c:pt>
                <c:pt idx="120">
                  <c:v>4.1329500000000001</c:v>
                </c:pt>
                <c:pt idx="121">
                  <c:v>4.2686700000000002</c:v>
                </c:pt>
                <c:pt idx="122">
                  <c:v>4.4043900000000002</c:v>
                </c:pt>
                <c:pt idx="123">
                  <c:v>4.5387599999999999</c:v>
                </c:pt>
                <c:pt idx="124">
                  <c:v>4.6717300000000002</c:v>
                </c:pt>
                <c:pt idx="125">
                  <c:v>4.8042699999999998</c:v>
                </c:pt>
                <c:pt idx="126">
                  <c:v>4.9340099999999998</c:v>
                </c:pt>
                <c:pt idx="127">
                  <c:v>5.0615899999999998</c:v>
                </c:pt>
                <c:pt idx="128">
                  <c:v>5.1861100000000002</c:v>
                </c:pt>
                <c:pt idx="129">
                  <c:v>5.3080999999999996</c:v>
                </c:pt>
                <c:pt idx="130">
                  <c:v>5.4259899999999996</c:v>
                </c:pt>
                <c:pt idx="131">
                  <c:v>5.5365700000000002</c:v>
                </c:pt>
                <c:pt idx="132">
                  <c:v>5.6412500000000003</c:v>
                </c:pt>
                <c:pt idx="133">
                  <c:v>5.7419500000000001</c:v>
                </c:pt>
                <c:pt idx="134">
                  <c:v>5.8348300000000002</c:v>
                </c:pt>
                <c:pt idx="135">
                  <c:v>5.9215600000000004</c:v>
                </c:pt>
                <c:pt idx="136">
                  <c:v>5.9988000000000001</c:v>
                </c:pt>
                <c:pt idx="137">
                  <c:v>6.0712700000000002</c:v>
                </c:pt>
                <c:pt idx="138">
                  <c:v>6.1380499999999998</c:v>
                </c:pt>
                <c:pt idx="139">
                  <c:v>6.2001099999999996</c:v>
                </c:pt>
                <c:pt idx="140">
                  <c:v>4.2929399999999998</c:v>
                </c:pt>
                <c:pt idx="141">
                  <c:v>4.4313900000000004</c:v>
                </c:pt>
                <c:pt idx="142">
                  <c:v>4.5698299999999996</c:v>
                </c:pt>
                <c:pt idx="143">
                  <c:v>4.7082800000000002</c:v>
                </c:pt>
                <c:pt idx="144">
                  <c:v>4.8467200000000004</c:v>
                </c:pt>
                <c:pt idx="145">
                  <c:v>4.9851700000000001</c:v>
                </c:pt>
                <c:pt idx="146">
                  <c:v>5.1236100000000002</c:v>
                </c:pt>
                <c:pt idx="147">
                  <c:v>5.2620500000000003</c:v>
                </c:pt>
                <c:pt idx="148">
                  <c:v>5.4005000000000001</c:v>
                </c:pt>
                <c:pt idx="149">
                  <c:v>5.5389400000000002</c:v>
                </c:pt>
                <c:pt idx="150">
                  <c:v>5.6773899999999999</c:v>
                </c:pt>
                <c:pt idx="151">
                  <c:v>5.8142899999999997</c:v>
                </c:pt>
                <c:pt idx="152">
                  <c:v>5.9503599999999999</c:v>
                </c:pt>
                <c:pt idx="153">
                  <c:v>6.0851699999999997</c:v>
                </c:pt>
                <c:pt idx="154">
                  <c:v>6.2164599999999997</c:v>
                </c:pt>
                <c:pt idx="155">
                  <c:v>6.3424100000000001</c:v>
                </c:pt>
                <c:pt idx="156">
                  <c:v>6.4667199999999996</c:v>
                </c:pt>
                <c:pt idx="157">
                  <c:v>6.5845700000000003</c:v>
                </c:pt>
                <c:pt idx="158">
                  <c:v>6.6968399999999999</c:v>
                </c:pt>
                <c:pt idx="159">
                  <c:v>6.8031699999999997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FF6-4944-9D04-B464ED5E31F8}"/>
            </c:ext>
          </c:extLst>
        </c:ser>
        <c:ser>
          <c:idx val="3"/>
          <c:order val="3"/>
          <c:tx>
            <c:strRef>
              <c:f>Sheet1!$B$427</c:f>
              <c:strCache>
                <c:ptCount val="1"/>
                <c:pt idx="0">
                  <c:v>RadComp10-AIAA-79-1159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Sheet1!$A$428:$A$607</c:f>
              <c:numCache>
                <c:formatCode>General</c:formatCode>
                <c:ptCount val="180"/>
                <c:pt idx="0">
                  <c:v>7.834572315</c:v>
                </c:pt>
                <c:pt idx="1">
                  <c:v>7.834572315</c:v>
                </c:pt>
                <c:pt idx="2">
                  <c:v>7.834572315</c:v>
                </c:pt>
                <c:pt idx="3">
                  <c:v>7.834572315</c:v>
                </c:pt>
                <c:pt idx="4">
                  <c:v>7.834572315</c:v>
                </c:pt>
                <c:pt idx="5">
                  <c:v>7.815055847</c:v>
                </c:pt>
                <c:pt idx="6">
                  <c:v>7.7760224339999997</c:v>
                </c:pt>
                <c:pt idx="7">
                  <c:v>7.7128252980000003</c:v>
                </c:pt>
                <c:pt idx="8">
                  <c:v>7.638475895</c:v>
                </c:pt>
                <c:pt idx="9">
                  <c:v>7.5548329350000003</c:v>
                </c:pt>
                <c:pt idx="10">
                  <c:v>7.4637546539999997</c:v>
                </c:pt>
                <c:pt idx="11">
                  <c:v>7.3661708829999997</c:v>
                </c:pt>
                <c:pt idx="12">
                  <c:v>7.2704463009999998</c:v>
                </c:pt>
                <c:pt idx="13">
                  <c:v>7.1710038190000001</c:v>
                </c:pt>
                <c:pt idx="14">
                  <c:v>7.0771374700000003</c:v>
                </c:pt>
                <c:pt idx="15">
                  <c:v>6.9804830549999997</c:v>
                </c:pt>
                <c:pt idx="16">
                  <c:v>6.8838291170000003</c:v>
                </c:pt>
                <c:pt idx="17">
                  <c:v>6.793680191</c:v>
                </c:pt>
                <c:pt idx="18">
                  <c:v>6.7016730310000003</c:v>
                </c:pt>
                <c:pt idx="19">
                  <c:v>6.6118369100000001</c:v>
                </c:pt>
                <c:pt idx="20">
                  <c:v>9.6672859199999994</c:v>
                </c:pt>
                <c:pt idx="21">
                  <c:v>9.6672859199999994</c:v>
                </c:pt>
                <c:pt idx="22">
                  <c:v>9.6672859199999994</c:v>
                </c:pt>
                <c:pt idx="23">
                  <c:v>9.6672859199999994</c:v>
                </c:pt>
                <c:pt idx="24">
                  <c:v>9.6672859199999994</c:v>
                </c:pt>
                <c:pt idx="25">
                  <c:v>9.6620817199999998</c:v>
                </c:pt>
                <c:pt idx="26">
                  <c:v>9.6486988100000008</c:v>
                </c:pt>
                <c:pt idx="27">
                  <c:v>9.6236057299999995</c:v>
                </c:pt>
                <c:pt idx="28">
                  <c:v>9.5827140800000006</c:v>
                </c:pt>
                <c:pt idx="29">
                  <c:v>9.5332717900000006</c:v>
                </c:pt>
                <c:pt idx="30">
                  <c:v>9.4663572299999998</c:v>
                </c:pt>
                <c:pt idx="31">
                  <c:v>9.3875465400000007</c:v>
                </c:pt>
                <c:pt idx="32">
                  <c:v>9.2957248700000008</c:v>
                </c:pt>
                <c:pt idx="33">
                  <c:v>9.1805439</c:v>
                </c:pt>
                <c:pt idx="34">
                  <c:v>9.0613393799999997</c:v>
                </c:pt>
                <c:pt idx="35">
                  <c:v>8.9350500109999995</c:v>
                </c:pt>
                <c:pt idx="36">
                  <c:v>8.8129043580000008</c:v>
                </c:pt>
                <c:pt idx="37">
                  <c:v>8.6916360860000008</c:v>
                </c:pt>
                <c:pt idx="38">
                  <c:v>8.5727605820000008</c:v>
                </c:pt>
                <c:pt idx="39">
                  <c:v>8.4562273030000004</c:v>
                </c:pt>
                <c:pt idx="40">
                  <c:v>11.34014893</c:v>
                </c:pt>
                <c:pt idx="41">
                  <c:v>11.34014893</c:v>
                </c:pt>
                <c:pt idx="42">
                  <c:v>11.34014893</c:v>
                </c:pt>
                <c:pt idx="43">
                  <c:v>11.34014893</c:v>
                </c:pt>
                <c:pt idx="44">
                  <c:v>11.34014893</c:v>
                </c:pt>
                <c:pt idx="45">
                  <c:v>11.34014893</c:v>
                </c:pt>
                <c:pt idx="46">
                  <c:v>11.34014893</c:v>
                </c:pt>
                <c:pt idx="47">
                  <c:v>11.3306694</c:v>
                </c:pt>
                <c:pt idx="48">
                  <c:v>11.306691170000001</c:v>
                </c:pt>
                <c:pt idx="49">
                  <c:v>11.25706291</c:v>
                </c:pt>
                <c:pt idx="50">
                  <c:v>11.18401527</c:v>
                </c:pt>
                <c:pt idx="51">
                  <c:v>11.089776990000001</c:v>
                </c:pt>
                <c:pt idx="52">
                  <c:v>10.981040950000001</c:v>
                </c:pt>
                <c:pt idx="53">
                  <c:v>10.862267490000001</c:v>
                </c:pt>
                <c:pt idx="54">
                  <c:v>10.73514462</c:v>
                </c:pt>
                <c:pt idx="55">
                  <c:v>10.609665870000001</c:v>
                </c:pt>
                <c:pt idx="56">
                  <c:v>10.480854989999999</c:v>
                </c:pt>
                <c:pt idx="57">
                  <c:v>10.357063289999999</c:v>
                </c:pt>
                <c:pt idx="58">
                  <c:v>10.231598849999999</c:v>
                </c:pt>
                <c:pt idx="59">
                  <c:v>10.10780716</c:v>
                </c:pt>
                <c:pt idx="60">
                  <c:v>13.03765106</c:v>
                </c:pt>
                <c:pt idx="61">
                  <c:v>13.03765106</c:v>
                </c:pt>
                <c:pt idx="62">
                  <c:v>13.03765106</c:v>
                </c:pt>
                <c:pt idx="63">
                  <c:v>13.03765106</c:v>
                </c:pt>
                <c:pt idx="64">
                  <c:v>13.03765106</c:v>
                </c:pt>
                <c:pt idx="65">
                  <c:v>13.03765106</c:v>
                </c:pt>
                <c:pt idx="66">
                  <c:v>13.03765106</c:v>
                </c:pt>
                <c:pt idx="67">
                  <c:v>13.013010980000001</c:v>
                </c:pt>
                <c:pt idx="68">
                  <c:v>12.968401910000001</c:v>
                </c:pt>
                <c:pt idx="69">
                  <c:v>12.89591122</c:v>
                </c:pt>
                <c:pt idx="70">
                  <c:v>12.806691170000001</c:v>
                </c:pt>
                <c:pt idx="71">
                  <c:v>12.69702625</c:v>
                </c:pt>
                <c:pt idx="72">
                  <c:v>12.57249069</c:v>
                </c:pt>
                <c:pt idx="73">
                  <c:v>12.444237709999999</c:v>
                </c:pt>
                <c:pt idx="74">
                  <c:v>12.31598473</c:v>
                </c:pt>
                <c:pt idx="75">
                  <c:v>12.182156559999999</c:v>
                </c:pt>
                <c:pt idx="76">
                  <c:v>12.05506516</c:v>
                </c:pt>
                <c:pt idx="77">
                  <c:v>11.925650600000001</c:v>
                </c:pt>
                <c:pt idx="78">
                  <c:v>11.791821479999999</c:v>
                </c:pt>
                <c:pt idx="79">
                  <c:v>11.6635685</c:v>
                </c:pt>
                <c:pt idx="80">
                  <c:v>14.085501669999999</c:v>
                </c:pt>
                <c:pt idx="81">
                  <c:v>14.085501669999999</c:v>
                </c:pt>
                <c:pt idx="82">
                  <c:v>14.085501669999999</c:v>
                </c:pt>
                <c:pt idx="83">
                  <c:v>14.085501669999999</c:v>
                </c:pt>
                <c:pt idx="84">
                  <c:v>14.085501669999999</c:v>
                </c:pt>
                <c:pt idx="85">
                  <c:v>14.085501669999999</c:v>
                </c:pt>
                <c:pt idx="86">
                  <c:v>14.07992554</c:v>
                </c:pt>
                <c:pt idx="87">
                  <c:v>14.06296444</c:v>
                </c:pt>
                <c:pt idx="88">
                  <c:v>14.01858711</c:v>
                </c:pt>
                <c:pt idx="89">
                  <c:v>13.95724869</c:v>
                </c:pt>
                <c:pt idx="90">
                  <c:v>13.868029590000001</c:v>
                </c:pt>
                <c:pt idx="91">
                  <c:v>13.762082100000001</c:v>
                </c:pt>
                <c:pt idx="92">
                  <c:v>13.64265823</c:v>
                </c:pt>
                <c:pt idx="93">
                  <c:v>13.5167284</c:v>
                </c:pt>
                <c:pt idx="94">
                  <c:v>13.37709141</c:v>
                </c:pt>
                <c:pt idx="95">
                  <c:v>13.243494030000001</c:v>
                </c:pt>
                <c:pt idx="96">
                  <c:v>13.10589981</c:v>
                </c:pt>
                <c:pt idx="97">
                  <c:v>12.975836749999999</c:v>
                </c:pt>
                <c:pt idx="98">
                  <c:v>12.843866350000001</c:v>
                </c:pt>
                <c:pt idx="99">
                  <c:v>12.71061993</c:v>
                </c:pt>
                <c:pt idx="100">
                  <c:v>15.091077800000001</c:v>
                </c:pt>
                <c:pt idx="101">
                  <c:v>15.091077800000001</c:v>
                </c:pt>
                <c:pt idx="102">
                  <c:v>15.091077800000001</c:v>
                </c:pt>
                <c:pt idx="103">
                  <c:v>15.091077800000001</c:v>
                </c:pt>
                <c:pt idx="104">
                  <c:v>15.091077800000001</c:v>
                </c:pt>
                <c:pt idx="105">
                  <c:v>15.091077800000001</c:v>
                </c:pt>
                <c:pt idx="106">
                  <c:v>15.091077800000001</c:v>
                </c:pt>
                <c:pt idx="107">
                  <c:v>15.091077800000001</c:v>
                </c:pt>
                <c:pt idx="108">
                  <c:v>15.066061019999999</c:v>
                </c:pt>
                <c:pt idx="109">
                  <c:v>15.01893711</c:v>
                </c:pt>
                <c:pt idx="110">
                  <c:v>14.94186878</c:v>
                </c:pt>
                <c:pt idx="111">
                  <c:v>14.83615303</c:v>
                </c:pt>
                <c:pt idx="112">
                  <c:v>14.708720209999999</c:v>
                </c:pt>
                <c:pt idx="113">
                  <c:v>14.56977844</c:v>
                </c:pt>
                <c:pt idx="114">
                  <c:v>14.42909908</c:v>
                </c:pt>
                <c:pt idx="115">
                  <c:v>14.29203701</c:v>
                </c:pt>
                <c:pt idx="116">
                  <c:v>14.153346060000001</c:v>
                </c:pt>
                <c:pt idx="117">
                  <c:v>14.015825270000001</c:v>
                </c:pt>
                <c:pt idx="118">
                  <c:v>13.88104057</c:v>
                </c:pt>
                <c:pt idx="119">
                  <c:v>13.747211460000001</c:v>
                </c:pt>
                <c:pt idx="120">
                  <c:v>15.78810406</c:v>
                </c:pt>
                <c:pt idx="121">
                  <c:v>15.78810406</c:v>
                </c:pt>
                <c:pt idx="122">
                  <c:v>15.78810406</c:v>
                </c:pt>
                <c:pt idx="123">
                  <c:v>15.78810406</c:v>
                </c:pt>
                <c:pt idx="124">
                  <c:v>15.78810406</c:v>
                </c:pt>
                <c:pt idx="125">
                  <c:v>15.78810406</c:v>
                </c:pt>
                <c:pt idx="126">
                  <c:v>15.77788067</c:v>
                </c:pt>
                <c:pt idx="127">
                  <c:v>15.75836468</c:v>
                </c:pt>
                <c:pt idx="128">
                  <c:v>15.729554179999999</c:v>
                </c:pt>
                <c:pt idx="129">
                  <c:v>15.692379000000001</c:v>
                </c:pt>
                <c:pt idx="130">
                  <c:v>15.638475420000001</c:v>
                </c:pt>
                <c:pt idx="131">
                  <c:v>15.567843440000001</c:v>
                </c:pt>
                <c:pt idx="132">
                  <c:v>15.47397804</c:v>
                </c:pt>
                <c:pt idx="133">
                  <c:v>15.36710072</c:v>
                </c:pt>
                <c:pt idx="134">
                  <c:v>15.25</c:v>
                </c:pt>
                <c:pt idx="135">
                  <c:v>15.13104057</c:v>
                </c:pt>
                <c:pt idx="136">
                  <c:v>15.006505969999999</c:v>
                </c:pt>
                <c:pt idx="137">
                  <c:v>14.878252979999999</c:v>
                </c:pt>
                <c:pt idx="138">
                  <c:v>14.74694729</c:v>
                </c:pt>
                <c:pt idx="139">
                  <c:v>14.61617088</c:v>
                </c:pt>
                <c:pt idx="140">
                  <c:v>16.416357040000001</c:v>
                </c:pt>
                <c:pt idx="141">
                  <c:v>16.416357040000001</c:v>
                </c:pt>
                <c:pt idx="142">
                  <c:v>16.416357040000001</c:v>
                </c:pt>
                <c:pt idx="143">
                  <c:v>16.416357040000001</c:v>
                </c:pt>
                <c:pt idx="144">
                  <c:v>16.416357040000001</c:v>
                </c:pt>
                <c:pt idx="145">
                  <c:v>16.416357040000001</c:v>
                </c:pt>
                <c:pt idx="146">
                  <c:v>16.416357040000001</c:v>
                </c:pt>
                <c:pt idx="147">
                  <c:v>16.416357040000001</c:v>
                </c:pt>
                <c:pt idx="148">
                  <c:v>16.416357040000001</c:v>
                </c:pt>
                <c:pt idx="149">
                  <c:v>16.407434460000001</c:v>
                </c:pt>
                <c:pt idx="150">
                  <c:v>16.385129930000002</c:v>
                </c:pt>
                <c:pt idx="151">
                  <c:v>16.34944153</c:v>
                </c:pt>
                <c:pt idx="152">
                  <c:v>16.289962769999999</c:v>
                </c:pt>
                <c:pt idx="153">
                  <c:v>16.199407579999999</c:v>
                </c:pt>
                <c:pt idx="154">
                  <c:v>16.100372310000001</c:v>
                </c:pt>
                <c:pt idx="155">
                  <c:v>15.996282580000001</c:v>
                </c:pt>
                <c:pt idx="156">
                  <c:v>15.892414090000001</c:v>
                </c:pt>
                <c:pt idx="157">
                  <c:v>15.77843857</c:v>
                </c:pt>
                <c:pt idx="158">
                  <c:v>15.65947914</c:v>
                </c:pt>
                <c:pt idx="159">
                  <c:v>15.54275131</c:v>
                </c:pt>
                <c:pt idx="160">
                  <c:v>17.037174220000001</c:v>
                </c:pt>
                <c:pt idx="161">
                  <c:v>17.037174220000001</c:v>
                </c:pt>
                <c:pt idx="162">
                  <c:v>17.037174220000001</c:v>
                </c:pt>
                <c:pt idx="163">
                  <c:v>17.037174220000001</c:v>
                </c:pt>
                <c:pt idx="164">
                  <c:v>17.037174220000001</c:v>
                </c:pt>
                <c:pt idx="165">
                  <c:v>17.037174220000001</c:v>
                </c:pt>
                <c:pt idx="166">
                  <c:v>17.037174220000001</c:v>
                </c:pt>
                <c:pt idx="167">
                  <c:v>17.037174220000001</c:v>
                </c:pt>
                <c:pt idx="168">
                  <c:v>17.037174220000001</c:v>
                </c:pt>
                <c:pt idx="169">
                  <c:v>17.037174220000001</c:v>
                </c:pt>
                <c:pt idx="170">
                  <c:v>17.037174220000001</c:v>
                </c:pt>
                <c:pt idx="171">
                  <c:v>17.037174220000001</c:v>
                </c:pt>
                <c:pt idx="172">
                  <c:v>17.02267647</c:v>
                </c:pt>
                <c:pt idx="173">
                  <c:v>16.99721336</c:v>
                </c:pt>
                <c:pt idx="174">
                  <c:v>16.945911410000001</c:v>
                </c:pt>
                <c:pt idx="175">
                  <c:v>16.855398180000002</c:v>
                </c:pt>
                <c:pt idx="176">
                  <c:v>16.744237900000002</c:v>
                </c:pt>
                <c:pt idx="177">
                  <c:v>16.62676811</c:v>
                </c:pt>
                <c:pt idx="178">
                  <c:v>16.504926680000001</c:v>
                </c:pt>
                <c:pt idx="179">
                  <c:v>16.383085250000001</c:v>
                </c:pt>
              </c:numCache>
            </c:numRef>
          </c:xVal>
          <c:yVal>
            <c:numRef>
              <c:f>Sheet1!$B$428:$B$607</c:f>
              <c:numCache>
                <c:formatCode>General</c:formatCode>
                <c:ptCount val="180"/>
                <c:pt idx="0">
                  <c:v>3.2913303379999999</c:v>
                </c:pt>
                <c:pt idx="1">
                  <c:v>3.3518512249999999</c:v>
                </c:pt>
                <c:pt idx="2">
                  <c:v>3.4123718740000002</c:v>
                </c:pt>
                <c:pt idx="3">
                  <c:v>3.4728927610000002</c:v>
                </c:pt>
                <c:pt idx="4">
                  <c:v>3.5334134100000001</c:v>
                </c:pt>
                <c:pt idx="5">
                  <c:v>3.586743593</c:v>
                </c:pt>
                <c:pt idx="6">
                  <c:v>3.6284482480000002</c:v>
                </c:pt>
                <c:pt idx="7">
                  <c:v>3.6596264839999999</c:v>
                </c:pt>
                <c:pt idx="8">
                  <c:v>3.6847701069999999</c:v>
                </c:pt>
                <c:pt idx="9">
                  <c:v>3.703746319</c:v>
                </c:pt>
                <c:pt idx="10">
                  <c:v>3.719884634</c:v>
                </c:pt>
                <c:pt idx="11">
                  <c:v>3.7319884299999999</c:v>
                </c:pt>
                <c:pt idx="12">
                  <c:v>3.7420976160000001</c:v>
                </c:pt>
                <c:pt idx="13">
                  <c:v>3.7521612640000002</c:v>
                </c:pt>
                <c:pt idx="14">
                  <c:v>3.760201216</c:v>
                </c:pt>
                <c:pt idx="15">
                  <c:v>3.7672414779999999</c:v>
                </c:pt>
                <c:pt idx="16">
                  <c:v>3.7732758519999998</c:v>
                </c:pt>
                <c:pt idx="17">
                  <c:v>3.7804033760000002</c:v>
                </c:pt>
                <c:pt idx="18">
                  <c:v>3.7873563770000001</c:v>
                </c:pt>
                <c:pt idx="19">
                  <c:v>3.7938287260000001</c:v>
                </c:pt>
                <c:pt idx="20">
                  <c:v>4.0883984570000003</c:v>
                </c:pt>
                <c:pt idx="21">
                  <c:v>4.1620616909999999</c:v>
                </c:pt>
                <c:pt idx="22">
                  <c:v>4.235725403</c:v>
                </c:pt>
                <c:pt idx="23">
                  <c:v>4.3093886379999997</c:v>
                </c:pt>
                <c:pt idx="24">
                  <c:v>4.3832855220000004</c:v>
                </c:pt>
                <c:pt idx="25">
                  <c:v>4.4540228839999996</c:v>
                </c:pt>
                <c:pt idx="26">
                  <c:v>4.5206894870000003</c:v>
                </c:pt>
                <c:pt idx="27">
                  <c:v>4.5816092490000004</c:v>
                </c:pt>
                <c:pt idx="28">
                  <c:v>4.635446548</c:v>
                </c:pt>
                <c:pt idx="29">
                  <c:v>4.6816091540000002</c:v>
                </c:pt>
                <c:pt idx="30">
                  <c:v>4.7183909420000001</c:v>
                </c:pt>
                <c:pt idx="31">
                  <c:v>4.750720501</c:v>
                </c:pt>
                <c:pt idx="32">
                  <c:v>4.771264553</c:v>
                </c:pt>
                <c:pt idx="33">
                  <c:v>4.7800498009999997</c:v>
                </c:pt>
                <c:pt idx="34">
                  <c:v>4.7852058409999998</c:v>
                </c:pt>
                <c:pt idx="35">
                  <c:v>4.7851581569999997</c:v>
                </c:pt>
                <c:pt idx="36">
                  <c:v>4.7860169409999997</c:v>
                </c:pt>
                <c:pt idx="37">
                  <c:v>4.7860169409999997</c:v>
                </c:pt>
                <c:pt idx="38">
                  <c:v>4.7860169409999997</c:v>
                </c:pt>
                <c:pt idx="39">
                  <c:v>4.7860169409999997</c:v>
                </c:pt>
                <c:pt idx="40">
                  <c:v>4.8950095180000002</c:v>
                </c:pt>
                <c:pt idx="41">
                  <c:v>4.9807200429999998</c:v>
                </c:pt>
                <c:pt idx="42">
                  <c:v>5.0664300920000001</c:v>
                </c:pt>
                <c:pt idx="43">
                  <c:v>5.1521406169999997</c:v>
                </c:pt>
                <c:pt idx="44">
                  <c:v>5.2378511430000003</c:v>
                </c:pt>
                <c:pt idx="45">
                  <c:v>5.3242073059999999</c:v>
                </c:pt>
                <c:pt idx="46">
                  <c:v>5.40994215</c:v>
                </c:pt>
                <c:pt idx="47">
                  <c:v>5.4896550179999997</c:v>
                </c:pt>
                <c:pt idx="48">
                  <c:v>5.5612392430000002</c:v>
                </c:pt>
                <c:pt idx="49">
                  <c:v>5.6189656259999996</c:v>
                </c:pt>
                <c:pt idx="50">
                  <c:v>5.662103653</c:v>
                </c:pt>
                <c:pt idx="51">
                  <c:v>5.6926722529999996</c:v>
                </c:pt>
                <c:pt idx="52">
                  <c:v>5.7133622170000002</c:v>
                </c:pt>
                <c:pt idx="53">
                  <c:v>5.7262930870000002</c:v>
                </c:pt>
                <c:pt idx="54">
                  <c:v>5.733452797</c:v>
                </c:pt>
                <c:pt idx="55">
                  <c:v>5.7377519609999998</c:v>
                </c:pt>
                <c:pt idx="56">
                  <c:v>5.7431035039999996</c:v>
                </c:pt>
                <c:pt idx="57">
                  <c:v>5.748275757</c:v>
                </c:pt>
                <c:pt idx="58">
                  <c:v>5.750862122</c:v>
                </c:pt>
                <c:pt idx="59">
                  <c:v>5.7528820039999999</c:v>
                </c:pt>
                <c:pt idx="60">
                  <c:v>5.7906346319999997</c:v>
                </c:pt>
                <c:pt idx="61">
                  <c:v>5.8886194229999997</c:v>
                </c:pt>
                <c:pt idx="62">
                  <c:v>5.9866037370000003</c:v>
                </c:pt>
                <c:pt idx="63">
                  <c:v>6.0845880509999999</c:v>
                </c:pt>
                <c:pt idx="64">
                  <c:v>6.1825728419999999</c:v>
                </c:pt>
                <c:pt idx="65">
                  <c:v>6.2805571560000004</c:v>
                </c:pt>
                <c:pt idx="66">
                  <c:v>6.3814435009999997</c:v>
                </c:pt>
                <c:pt idx="67">
                  <c:v>6.4603748320000003</c:v>
                </c:pt>
                <c:pt idx="68">
                  <c:v>6.5309796330000003</c:v>
                </c:pt>
                <c:pt idx="69">
                  <c:v>6.5864553450000001</c:v>
                </c:pt>
                <c:pt idx="70">
                  <c:v>6.6268010139999998</c:v>
                </c:pt>
                <c:pt idx="71">
                  <c:v>6.6548852920000003</c:v>
                </c:pt>
                <c:pt idx="72">
                  <c:v>6.6721901890000002</c:v>
                </c:pt>
                <c:pt idx="73">
                  <c:v>6.6873197559999999</c:v>
                </c:pt>
                <c:pt idx="74">
                  <c:v>6.6974062920000001</c:v>
                </c:pt>
                <c:pt idx="75">
                  <c:v>6.7074928280000004</c:v>
                </c:pt>
                <c:pt idx="76">
                  <c:v>6.716666698</c:v>
                </c:pt>
                <c:pt idx="77">
                  <c:v>6.7226223950000001</c:v>
                </c:pt>
                <c:pt idx="78">
                  <c:v>6.7276659009999999</c:v>
                </c:pt>
                <c:pt idx="79">
                  <c:v>6.7327089310000003</c:v>
                </c:pt>
                <c:pt idx="80">
                  <c:v>6.3822798729999999</c:v>
                </c:pt>
                <c:pt idx="81">
                  <c:v>6.4878659250000004</c:v>
                </c:pt>
                <c:pt idx="82">
                  <c:v>6.593451977</c:v>
                </c:pt>
                <c:pt idx="83">
                  <c:v>6.6990380289999996</c:v>
                </c:pt>
                <c:pt idx="84">
                  <c:v>6.804624081</c:v>
                </c:pt>
                <c:pt idx="85">
                  <c:v>6.912103653</c:v>
                </c:pt>
                <c:pt idx="86">
                  <c:v>7.0129680629999998</c:v>
                </c:pt>
                <c:pt idx="87">
                  <c:v>7.107183933</c:v>
                </c:pt>
                <c:pt idx="88">
                  <c:v>7.185878754</c:v>
                </c:pt>
                <c:pt idx="89">
                  <c:v>7.250720501</c:v>
                </c:pt>
                <c:pt idx="90">
                  <c:v>7.2939481739999996</c:v>
                </c:pt>
                <c:pt idx="91">
                  <c:v>7.3299713129999997</c:v>
                </c:pt>
                <c:pt idx="92">
                  <c:v>7.3566093439999998</c:v>
                </c:pt>
                <c:pt idx="93">
                  <c:v>7.3731989860000002</c:v>
                </c:pt>
                <c:pt idx="94">
                  <c:v>7.3847699169999999</c:v>
                </c:pt>
                <c:pt idx="95">
                  <c:v>7.3948125840000003</c:v>
                </c:pt>
                <c:pt idx="96">
                  <c:v>7.4039330479999999</c:v>
                </c:pt>
                <c:pt idx="97">
                  <c:v>7.4164266589999999</c:v>
                </c:pt>
                <c:pt idx="98">
                  <c:v>7.4229884149999998</c:v>
                </c:pt>
                <c:pt idx="99">
                  <c:v>7.4287495610000001</c:v>
                </c:pt>
                <c:pt idx="100">
                  <c:v>6.9778943059999996</c:v>
                </c:pt>
                <c:pt idx="101">
                  <c:v>7.090793133</c:v>
                </c:pt>
                <c:pt idx="102">
                  <c:v>7.2036919590000004</c:v>
                </c:pt>
                <c:pt idx="103">
                  <c:v>7.3165907859999999</c:v>
                </c:pt>
                <c:pt idx="104">
                  <c:v>7.4294896130000003</c:v>
                </c:pt>
                <c:pt idx="105">
                  <c:v>7.5423884389999998</c:v>
                </c:pt>
                <c:pt idx="106">
                  <c:v>7.6552872660000002</c:v>
                </c:pt>
                <c:pt idx="107">
                  <c:v>7.7680115699999996</c:v>
                </c:pt>
                <c:pt idx="108">
                  <c:v>7.8644790650000003</c:v>
                </c:pt>
                <c:pt idx="109">
                  <c:v>7.9456191059999997</c:v>
                </c:pt>
                <c:pt idx="110">
                  <c:v>8.0059194560000009</c:v>
                </c:pt>
                <c:pt idx="111">
                  <c:v>8.0457954409999992</c:v>
                </c:pt>
                <c:pt idx="112">
                  <c:v>8.0696001049999992</c:v>
                </c:pt>
                <c:pt idx="113">
                  <c:v>8.0840921399999992</c:v>
                </c:pt>
                <c:pt idx="114">
                  <c:v>8.0958890910000001</c:v>
                </c:pt>
                <c:pt idx="115">
                  <c:v>8.1086864470000002</c:v>
                </c:pt>
                <c:pt idx="116">
                  <c:v>8.1195402150000007</c:v>
                </c:pt>
                <c:pt idx="117">
                  <c:v>8.1283798219999994</c:v>
                </c:pt>
                <c:pt idx="118">
                  <c:v>8.1368875500000009</c:v>
                </c:pt>
                <c:pt idx="119">
                  <c:v>8.1484146119999998</c:v>
                </c:pt>
                <c:pt idx="120">
                  <c:v>7.4067511560000003</c:v>
                </c:pt>
                <c:pt idx="121">
                  <c:v>7.5247287749999998</c:v>
                </c:pt>
                <c:pt idx="122">
                  <c:v>7.6427068709999997</c:v>
                </c:pt>
                <c:pt idx="123">
                  <c:v>7.7606849670000004</c:v>
                </c:pt>
                <c:pt idx="124">
                  <c:v>7.8786630630000003</c:v>
                </c:pt>
                <c:pt idx="125">
                  <c:v>7.9966411590000002</c:v>
                </c:pt>
                <c:pt idx="126">
                  <c:v>8.1080455780000005</c:v>
                </c:pt>
                <c:pt idx="127">
                  <c:v>8.2146978379999993</c:v>
                </c:pt>
                <c:pt idx="128">
                  <c:v>8.3112068180000005</c:v>
                </c:pt>
                <c:pt idx="129">
                  <c:v>8.4017238620000008</c:v>
                </c:pt>
                <c:pt idx="130">
                  <c:v>8.4821834559999996</c:v>
                </c:pt>
                <c:pt idx="131">
                  <c:v>8.5505743029999994</c:v>
                </c:pt>
                <c:pt idx="132">
                  <c:v>8.6005764009999996</c:v>
                </c:pt>
                <c:pt idx="133">
                  <c:v>8.6390800480000003</c:v>
                </c:pt>
                <c:pt idx="134">
                  <c:v>8.6712646479999993</c:v>
                </c:pt>
                <c:pt idx="135">
                  <c:v>8.6994256970000006</c:v>
                </c:pt>
                <c:pt idx="136">
                  <c:v>8.7235631940000005</c:v>
                </c:pt>
                <c:pt idx="137">
                  <c:v>8.7416667940000004</c:v>
                </c:pt>
                <c:pt idx="138">
                  <c:v>8.7580890660000001</c:v>
                </c:pt>
                <c:pt idx="139">
                  <c:v>8.7718391419999993</c:v>
                </c:pt>
                <c:pt idx="140">
                  <c:v>7.8045191760000003</c:v>
                </c:pt>
                <c:pt idx="141">
                  <c:v>7.9270825389999997</c:v>
                </c:pt>
                <c:pt idx="142">
                  <c:v>8.0496454239999995</c:v>
                </c:pt>
                <c:pt idx="143">
                  <c:v>8.1722087860000006</c:v>
                </c:pt>
                <c:pt idx="144">
                  <c:v>8.2947721479999998</c:v>
                </c:pt>
                <c:pt idx="145">
                  <c:v>8.4173355099999991</c:v>
                </c:pt>
                <c:pt idx="146">
                  <c:v>8.5398988720000002</c:v>
                </c:pt>
                <c:pt idx="147">
                  <c:v>8.6624622339999995</c:v>
                </c:pt>
                <c:pt idx="148">
                  <c:v>8.7809801099999998</c:v>
                </c:pt>
                <c:pt idx="149">
                  <c:v>8.9017238620000008</c:v>
                </c:pt>
                <c:pt idx="150">
                  <c:v>9.0077590900000004</c:v>
                </c:pt>
                <c:pt idx="151">
                  <c:v>9.0979824100000002</c:v>
                </c:pt>
                <c:pt idx="152">
                  <c:v>9.1844377500000007</c:v>
                </c:pt>
                <c:pt idx="153">
                  <c:v>9.2386865599999997</c:v>
                </c:pt>
                <c:pt idx="154">
                  <c:v>9.2866382600000001</c:v>
                </c:pt>
                <c:pt idx="155">
                  <c:v>9.3318967799999992</c:v>
                </c:pt>
                <c:pt idx="156">
                  <c:v>9.3718776699999999</c:v>
                </c:pt>
                <c:pt idx="157">
                  <c:v>9.4060344699999998</c:v>
                </c:pt>
                <c:pt idx="158">
                  <c:v>9.4344825700000001</c:v>
                </c:pt>
                <c:pt idx="159">
                  <c:v>9.4612064399999998</c:v>
                </c:pt>
                <c:pt idx="160">
                  <c:v>8.2080345149999996</c:v>
                </c:pt>
                <c:pt idx="161">
                  <c:v>8.3351354600000001</c:v>
                </c:pt>
                <c:pt idx="162">
                  <c:v>8.4622364040000004</c:v>
                </c:pt>
                <c:pt idx="163">
                  <c:v>8.5893373489999991</c:v>
                </c:pt>
                <c:pt idx="164">
                  <c:v>8.7164382929999995</c:v>
                </c:pt>
                <c:pt idx="165">
                  <c:v>8.843539238</c:v>
                </c:pt>
                <c:pt idx="166">
                  <c:v>8.9706401820000004</c:v>
                </c:pt>
                <c:pt idx="167">
                  <c:v>9.0977411299999993</c:v>
                </c:pt>
                <c:pt idx="168">
                  <c:v>9.2248430300000006</c:v>
                </c:pt>
                <c:pt idx="169">
                  <c:v>9.3519439700000007</c:v>
                </c:pt>
                <c:pt idx="170">
                  <c:v>9.4790449100000007</c:v>
                </c:pt>
                <c:pt idx="171">
                  <c:v>9.6034479099999999</c:v>
                </c:pt>
                <c:pt idx="172">
                  <c:v>9.7230606099999992</c:v>
                </c:pt>
                <c:pt idx="173">
                  <c:v>9.8302612299999996</c:v>
                </c:pt>
                <c:pt idx="174">
                  <c:v>9.9170255699999998</c:v>
                </c:pt>
                <c:pt idx="175">
                  <c:v>9.9753837599999997</c:v>
                </c:pt>
                <c:pt idx="176">
                  <c:v>10.017241479999999</c:v>
                </c:pt>
                <c:pt idx="177">
                  <c:v>10.049824709999999</c:v>
                </c:pt>
                <c:pt idx="178">
                  <c:v>10.079236030000001</c:v>
                </c:pt>
                <c:pt idx="179">
                  <c:v>10.10727215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CFF6-4944-9D04-B464ED5E31F8}"/>
            </c:ext>
          </c:extLst>
        </c:ser>
        <c:ser>
          <c:idx val="4"/>
          <c:order val="4"/>
          <c:tx>
            <c:strRef>
              <c:f>Sheet1!$B$609</c:f>
              <c:strCache>
                <c:ptCount val="1"/>
                <c:pt idx="0">
                  <c:v>RadComp9-AIAA-79-1159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Sheet1!$A$610:$A$769</c:f>
              <c:numCache>
                <c:formatCode>General</c:formatCode>
                <c:ptCount val="160"/>
                <c:pt idx="0">
                  <c:v>7.8810410500000003</c:v>
                </c:pt>
                <c:pt idx="1">
                  <c:v>7.8810410500000003</c:v>
                </c:pt>
                <c:pt idx="2">
                  <c:v>7.8810410500000003</c:v>
                </c:pt>
                <c:pt idx="3">
                  <c:v>7.8810410500000003</c:v>
                </c:pt>
                <c:pt idx="4">
                  <c:v>7.8682508469999997</c:v>
                </c:pt>
                <c:pt idx="5">
                  <c:v>7.8424549099999998</c:v>
                </c:pt>
                <c:pt idx="6">
                  <c:v>7.7907738689999997</c:v>
                </c:pt>
                <c:pt idx="7">
                  <c:v>7.7091898920000004</c:v>
                </c:pt>
                <c:pt idx="8">
                  <c:v>7.5960807800000003</c:v>
                </c:pt>
                <c:pt idx="9">
                  <c:v>7.452290058</c:v>
                </c:pt>
                <c:pt idx="10">
                  <c:v>7.281023502</c:v>
                </c:pt>
                <c:pt idx="11">
                  <c:v>7.087567806</c:v>
                </c:pt>
                <c:pt idx="12">
                  <c:v>6.8788437839999999</c:v>
                </c:pt>
                <c:pt idx="13">
                  <c:v>6.6627783779999996</c:v>
                </c:pt>
                <c:pt idx="14">
                  <c:v>6.4475078579999998</c:v>
                </c:pt>
                <c:pt idx="15">
                  <c:v>6.2323422429999997</c:v>
                </c:pt>
                <c:pt idx="16">
                  <c:v>6.0371747019999997</c:v>
                </c:pt>
                <c:pt idx="17">
                  <c:v>5.853159904</c:v>
                </c:pt>
                <c:pt idx="18">
                  <c:v>5.6802973750000003</c:v>
                </c:pt>
                <c:pt idx="19">
                  <c:v>5.5130109789999997</c:v>
                </c:pt>
                <c:pt idx="20">
                  <c:v>9.0706319799999999</c:v>
                </c:pt>
                <c:pt idx="21">
                  <c:v>9.0706319799999999</c:v>
                </c:pt>
                <c:pt idx="22">
                  <c:v>9.0706319799999999</c:v>
                </c:pt>
                <c:pt idx="23">
                  <c:v>9.0706319799999999</c:v>
                </c:pt>
                <c:pt idx="24">
                  <c:v>9.0706319799999999</c:v>
                </c:pt>
                <c:pt idx="25">
                  <c:v>9.0508270300000007</c:v>
                </c:pt>
                <c:pt idx="26">
                  <c:v>9.0073843</c:v>
                </c:pt>
                <c:pt idx="27">
                  <c:v>8.9267349239999998</c:v>
                </c:pt>
                <c:pt idx="28">
                  <c:v>8.8067417139999993</c:v>
                </c:pt>
                <c:pt idx="29">
                  <c:v>8.6515474319999992</c:v>
                </c:pt>
                <c:pt idx="30">
                  <c:v>8.472119331</c:v>
                </c:pt>
                <c:pt idx="31">
                  <c:v>8.2857809069999995</c:v>
                </c:pt>
                <c:pt idx="32">
                  <c:v>8.0892190930000005</c:v>
                </c:pt>
                <c:pt idx="33">
                  <c:v>7.8959107399999997</c:v>
                </c:pt>
                <c:pt idx="34">
                  <c:v>7.7002787589999997</c:v>
                </c:pt>
                <c:pt idx="35">
                  <c:v>7.5092935560000003</c:v>
                </c:pt>
                <c:pt idx="36">
                  <c:v>7.315520287</c:v>
                </c:pt>
                <c:pt idx="37">
                  <c:v>7.135687828</c:v>
                </c:pt>
                <c:pt idx="38">
                  <c:v>6.959107876</c:v>
                </c:pt>
                <c:pt idx="39">
                  <c:v>6.7885689740000004</c:v>
                </c:pt>
                <c:pt idx="40">
                  <c:v>10.486989019999999</c:v>
                </c:pt>
                <c:pt idx="41">
                  <c:v>10.486989019999999</c:v>
                </c:pt>
                <c:pt idx="42">
                  <c:v>10.486989019999999</c:v>
                </c:pt>
                <c:pt idx="43">
                  <c:v>10.486989019999999</c:v>
                </c:pt>
                <c:pt idx="44">
                  <c:v>10.47397804</c:v>
                </c:pt>
                <c:pt idx="45">
                  <c:v>10.42936802</c:v>
                </c:pt>
                <c:pt idx="46">
                  <c:v>10.343866350000001</c:v>
                </c:pt>
                <c:pt idx="47">
                  <c:v>10.221189499999999</c:v>
                </c:pt>
                <c:pt idx="48">
                  <c:v>10.059243199999999</c:v>
                </c:pt>
                <c:pt idx="49">
                  <c:v>9.8824100500000007</c:v>
                </c:pt>
                <c:pt idx="50">
                  <c:v>9.7010021200000001</c:v>
                </c:pt>
                <c:pt idx="51">
                  <c:v>9.5111522700000002</c:v>
                </c:pt>
                <c:pt idx="52">
                  <c:v>9.3280668299999991</c:v>
                </c:pt>
                <c:pt idx="53">
                  <c:v>9.1389408099999994</c:v>
                </c:pt>
                <c:pt idx="54">
                  <c:v>8.957248688</c:v>
                </c:pt>
                <c:pt idx="55">
                  <c:v>8.7685871120000005</c:v>
                </c:pt>
                <c:pt idx="56">
                  <c:v>8.586895943</c:v>
                </c:pt>
                <c:pt idx="57">
                  <c:v>8.407063484</c:v>
                </c:pt>
                <c:pt idx="58">
                  <c:v>8.2314128879999995</c:v>
                </c:pt>
                <c:pt idx="59">
                  <c:v>8.059479713</c:v>
                </c:pt>
                <c:pt idx="60">
                  <c:v>11.85873604</c:v>
                </c:pt>
                <c:pt idx="61">
                  <c:v>11.855018619999999</c:v>
                </c:pt>
                <c:pt idx="62">
                  <c:v>11.855018619999999</c:v>
                </c:pt>
                <c:pt idx="63">
                  <c:v>11.855018619999999</c:v>
                </c:pt>
                <c:pt idx="64">
                  <c:v>11.85269547</c:v>
                </c:pt>
                <c:pt idx="65">
                  <c:v>11.81163692</c:v>
                </c:pt>
                <c:pt idx="66">
                  <c:v>11.719186779999999</c:v>
                </c:pt>
                <c:pt idx="67">
                  <c:v>11.5963583</c:v>
                </c:pt>
                <c:pt idx="68">
                  <c:v>11.45042419</c:v>
                </c:pt>
                <c:pt idx="69">
                  <c:v>11.28879356</c:v>
                </c:pt>
                <c:pt idx="70">
                  <c:v>11.12453556</c:v>
                </c:pt>
                <c:pt idx="71">
                  <c:v>10.942379000000001</c:v>
                </c:pt>
                <c:pt idx="72">
                  <c:v>10.756505969999999</c:v>
                </c:pt>
                <c:pt idx="73">
                  <c:v>10.566914560000001</c:v>
                </c:pt>
                <c:pt idx="74">
                  <c:v>10.37592983</c:v>
                </c:pt>
                <c:pt idx="75">
                  <c:v>10.180297850000001</c:v>
                </c:pt>
                <c:pt idx="76">
                  <c:v>9.9944238700000003</c:v>
                </c:pt>
                <c:pt idx="77">
                  <c:v>9.8085498799999993</c:v>
                </c:pt>
                <c:pt idx="78">
                  <c:v>9.6263942700000005</c:v>
                </c:pt>
                <c:pt idx="79">
                  <c:v>9.4498138399999991</c:v>
                </c:pt>
                <c:pt idx="80">
                  <c:v>12.92843819</c:v>
                </c:pt>
                <c:pt idx="81">
                  <c:v>12.92843819</c:v>
                </c:pt>
                <c:pt idx="82">
                  <c:v>12.92843819</c:v>
                </c:pt>
                <c:pt idx="83">
                  <c:v>12.92843819</c:v>
                </c:pt>
                <c:pt idx="84">
                  <c:v>12.92843819</c:v>
                </c:pt>
                <c:pt idx="85">
                  <c:v>12.92843819</c:v>
                </c:pt>
                <c:pt idx="86">
                  <c:v>12.89796829</c:v>
                </c:pt>
                <c:pt idx="87">
                  <c:v>12.8409996</c:v>
                </c:pt>
                <c:pt idx="88">
                  <c:v>12.754195210000001</c:v>
                </c:pt>
                <c:pt idx="89">
                  <c:v>12.64324188</c:v>
                </c:pt>
                <c:pt idx="90">
                  <c:v>12.50185871</c:v>
                </c:pt>
                <c:pt idx="91">
                  <c:v>12.34200764</c:v>
                </c:pt>
                <c:pt idx="92">
                  <c:v>12.17100334</c:v>
                </c:pt>
                <c:pt idx="93">
                  <c:v>11.99442387</c:v>
                </c:pt>
                <c:pt idx="94">
                  <c:v>11.82156181</c:v>
                </c:pt>
                <c:pt idx="95">
                  <c:v>11.64312267</c:v>
                </c:pt>
                <c:pt idx="96">
                  <c:v>11.46468449</c:v>
                </c:pt>
                <c:pt idx="97">
                  <c:v>11.28810406</c:v>
                </c:pt>
                <c:pt idx="98">
                  <c:v>11.10594749</c:v>
                </c:pt>
                <c:pt idx="99">
                  <c:v>10.92379189</c:v>
                </c:pt>
                <c:pt idx="100">
                  <c:v>13.36460018</c:v>
                </c:pt>
                <c:pt idx="101">
                  <c:v>13.36460018</c:v>
                </c:pt>
                <c:pt idx="102">
                  <c:v>13.36460018</c:v>
                </c:pt>
                <c:pt idx="103">
                  <c:v>13.36460018</c:v>
                </c:pt>
                <c:pt idx="104">
                  <c:v>13.36460018</c:v>
                </c:pt>
                <c:pt idx="105">
                  <c:v>13.36460018</c:v>
                </c:pt>
                <c:pt idx="106">
                  <c:v>13.35873604</c:v>
                </c:pt>
                <c:pt idx="107">
                  <c:v>13.344795230000001</c:v>
                </c:pt>
                <c:pt idx="108">
                  <c:v>13.30390358</c:v>
                </c:pt>
                <c:pt idx="109">
                  <c:v>13.22862434</c:v>
                </c:pt>
                <c:pt idx="110">
                  <c:v>13.13104057</c:v>
                </c:pt>
                <c:pt idx="111">
                  <c:v>13.024163250000001</c:v>
                </c:pt>
                <c:pt idx="112">
                  <c:v>12.890334129999999</c:v>
                </c:pt>
                <c:pt idx="113">
                  <c:v>12.743494030000001</c:v>
                </c:pt>
                <c:pt idx="114">
                  <c:v>12.568773269999999</c:v>
                </c:pt>
                <c:pt idx="115">
                  <c:v>12.39126396</c:v>
                </c:pt>
                <c:pt idx="116">
                  <c:v>12.21561337</c:v>
                </c:pt>
                <c:pt idx="117">
                  <c:v>12.039962770000001</c:v>
                </c:pt>
                <c:pt idx="118">
                  <c:v>11.862453459999999</c:v>
                </c:pt>
                <c:pt idx="119">
                  <c:v>11.69052029</c:v>
                </c:pt>
                <c:pt idx="120">
                  <c:v>13.773234370000001</c:v>
                </c:pt>
                <c:pt idx="121">
                  <c:v>13.773234370000001</c:v>
                </c:pt>
                <c:pt idx="122">
                  <c:v>13.773234370000001</c:v>
                </c:pt>
                <c:pt idx="123">
                  <c:v>13.773234370000001</c:v>
                </c:pt>
                <c:pt idx="124">
                  <c:v>13.773234370000001</c:v>
                </c:pt>
                <c:pt idx="125">
                  <c:v>13.773234370000001</c:v>
                </c:pt>
                <c:pt idx="126">
                  <c:v>13.773234370000001</c:v>
                </c:pt>
                <c:pt idx="127">
                  <c:v>13.763475420000001</c:v>
                </c:pt>
                <c:pt idx="128">
                  <c:v>13.737917899999999</c:v>
                </c:pt>
                <c:pt idx="129">
                  <c:v>13.695542339999999</c:v>
                </c:pt>
                <c:pt idx="130">
                  <c:v>13.63363552</c:v>
                </c:pt>
                <c:pt idx="131">
                  <c:v>13.56366158</c:v>
                </c:pt>
                <c:pt idx="132">
                  <c:v>13.48001766</c:v>
                </c:pt>
                <c:pt idx="133">
                  <c:v>13.37546444</c:v>
                </c:pt>
                <c:pt idx="134">
                  <c:v>13.25353146</c:v>
                </c:pt>
                <c:pt idx="135">
                  <c:v>13.116728780000001</c:v>
                </c:pt>
                <c:pt idx="136">
                  <c:v>12.971003530000001</c:v>
                </c:pt>
                <c:pt idx="137">
                  <c:v>12.81635666</c:v>
                </c:pt>
                <c:pt idx="138">
                  <c:v>12.664684299999999</c:v>
                </c:pt>
                <c:pt idx="139">
                  <c:v>12.50929356</c:v>
                </c:pt>
                <c:pt idx="140">
                  <c:v>14.12267685</c:v>
                </c:pt>
                <c:pt idx="141">
                  <c:v>14.12267685</c:v>
                </c:pt>
                <c:pt idx="142">
                  <c:v>14.12267685</c:v>
                </c:pt>
                <c:pt idx="143">
                  <c:v>14.12267685</c:v>
                </c:pt>
                <c:pt idx="144">
                  <c:v>14.12267685</c:v>
                </c:pt>
                <c:pt idx="145">
                  <c:v>14.12267685</c:v>
                </c:pt>
                <c:pt idx="146">
                  <c:v>14.12267685</c:v>
                </c:pt>
                <c:pt idx="147">
                  <c:v>14.12267685</c:v>
                </c:pt>
                <c:pt idx="148">
                  <c:v>14.12156105</c:v>
                </c:pt>
                <c:pt idx="149">
                  <c:v>14.10985088</c:v>
                </c:pt>
                <c:pt idx="150">
                  <c:v>14.08475876</c:v>
                </c:pt>
                <c:pt idx="151">
                  <c:v>14.04795551</c:v>
                </c:pt>
                <c:pt idx="152">
                  <c:v>13.98884773</c:v>
                </c:pt>
                <c:pt idx="153">
                  <c:v>13.914498330000001</c:v>
                </c:pt>
                <c:pt idx="154">
                  <c:v>13.81710052</c:v>
                </c:pt>
                <c:pt idx="155">
                  <c:v>13.708364489999999</c:v>
                </c:pt>
                <c:pt idx="156">
                  <c:v>13.594795230000001</c:v>
                </c:pt>
                <c:pt idx="157">
                  <c:v>13.48083973</c:v>
                </c:pt>
                <c:pt idx="158">
                  <c:v>13.371649740000001</c:v>
                </c:pt>
                <c:pt idx="159">
                  <c:v>13.251048089999999</c:v>
                </c:pt>
              </c:numCache>
            </c:numRef>
          </c:xVal>
          <c:yVal>
            <c:numRef>
              <c:f>Sheet1!$B$610:$B$769</c:f>
              <c:numCache>
                <c:formatCode>General</c:formatCode>
                <c:ptCount val="160"/>
                <c:pt idx="0">
                  <c:v>2.3442840579999999</c:v>
                </c:pt>
                <c:pt idx="1">
                  <c:v>2.4318025109999999</c:v>
                </c:pt>
                <c:pt idx="2">
                  <c:v>2.5193209649999999</c:v>
                </c:pt>
                <c:pt idx="3">
                  <c:v>2.6051874160000001</c:v>
                </c:pt>
                <c:pt idx="4">
                  <c:v>2.689735174</c:v>
                </c:pt>
                <c:pt idx="5">
                  <c:v>2.767613173</c:v>
                </c:pt>
                <c:pt idx="6">
                  <c:v>2.8353242870000002</c:v>
                </c:pt>
                <c:pt idx="7">
                  <c:v>2.8907909389999999</c:v>
                </c:pt>
                <c:pt idx="8">
                  <c:v>2.932838678</c:v>
                </c:pt>
                <c:pt idx="9">
                  <c:v>2.9613044259999999</c:v>
                </c:pt>
                <c:pt idx="10">
                  <c:v>2.9770438669999999</c:v>
                </c:pt>
                <c:pt idx="11">
                  <c:v>2.9818379880000001</c:v>
                </c:pt>
                <c:pt idx="12">
                  <c:v>2.978214264</c:v>
                </c:pt>
                <c:pt idx="13">
                  <c:v>2.9691867830000001</c:v>
                </c:pt>
                <c:pt idx="14">
                  <c:v>2.9579329489999999</c:v>
                </c:pt>
                <c:pt idx="15">
                  <c:v>2.944668531</c:v>
                </c:pt>
                <c:pt idx="16">
                  <c:v>2.9365994930000001</c:v>
                </c:pt>
                <c:pt idx="17">
                  <c:v>2.9305474760000001</c:v>
                </c:pt>
                <c:pt idx="18">
                  <c:v>2.925504208</c:v>
                </c:pt>
                <c:pt idx="19">
                  <c:v>2.9214696880000002</c:v>
                </c:pt>
                <c:pt idx="20">
                  <c:v>2.7589921949999998</c:v>
                </c:pt>
                <c:pt idx="21">
                  <c:v>2.8564982410000002</c:v>
                </c:pt>
                <c:pt idx="22">
                  <c:v>2.9540040489999999</c:v>
                </c:pt>
                <c:pt idx="23">
                  <c:v>3.0515098570000001</c:v>
                </c:pt>
                <c:pt idx="24">
                  <c:v>3.1512968539999999</c:v>
                </c:pt>
                <c:pt idx="25">
                  <c:v>3.2383909229999999</c:v>
                </c:pt>
                <c:pt idx="26">
                  <c:v>3.3175930980000001</c:v>
                </c:pt>
                <c:pt idx="27">
                  <c:v>3.3804123399999999</c:v>
                </c:pt>
                <c:pt idx="28">
                  <c:v>3.4253149029999999</c:v>
                </c:pt>
                <c:pt idx="29">
                  <c:v>3.4535584450000001</c:v>
                </c:pt>
                <c:pt idx="30">
                  <c:v>3.4701149459999998</c:v>
                </c:pt>
                <c:pt idx="31">
                  <c:v>3.4809799190000001</c:v>
                </c:pt>
                <c:pt idx="32">
                  <c:v>3.4853026869999999</c:v>
                </c:pt>
                <c:pt idx="33">
                  <c:v>3.4893372060000001</c:v>
                </c:pt>
                <c:pt idx="34">
                  <c:v>3.4890489580000001</c:v>
                </c:pt>
                <c:pt idx="35">
                  <c:v>3.4893372060000001</c:v>
                </c:pt>
                <c:pt idx="36">
                  <c:v>3.4867434500000001</c:v>
                </c:pt>
                <c:pt idx="37">
                  <c:v>3.4867434500000001</c:v>
                </c:pt>
                <c:pt idx="38">
                  <c:v>3.4862070080000001</c:v>
                </c:pt>
                <c:pt idx="39">
                  <c:v>3.4867434500000001</c:v>
                </c:pt>
                <c:pt idx="40">
                  <c:v>3.3197999</c:v>
                </c:pt>
                <c:pt idx="41">
                  <c:v>3.4283790590000001</c:v>
                </c:pt>
                <c:pt idx="42">
                  <c:v>3.5369579789999999</c:v>
                </c:pt>
                <c:pt idx="43">
                  <c:v>3.644092321</c:v>
                </c:pt>
                <c:pt idx="44">
                  <c:v>3.748275757</c:v>
                </c:pt>
                <c:pt idx="45">
                  <c:v>3.836781502</c:v>
                </c:pt>
                <c:pt idx="46">
                  <c:v>3.9051723479999998</c:v>
                </c:pt>
                <c:pt idx="47">
                  <c:v>3.9554598329999999</c:v>
                </c:pt>
                <c:pt idx="48">
                  <c:v>3.9853813649999998</c:v>
                </c:pt>
                <c:pt idx="49">
                  <c:v>4.0071520810000001</c:v>
                </c:pt>
                <c:pt idx="50">
                  <c:v>4.0250277519999997</c:v>
                </c:pt>
                <c:pt idx="51">
                  <c:v>4.0379309650000001</c:v>
                </c:pt>
                <c:pt idx="52">
                  <c:v>4.0507206919999996</c:v>
                </c:pt>
                <c:pt idx="53">
                  <c:v>4.0591955180000001</c:v>
                </c:pt>
                <c:pt idx="54">
                  <c:v>4.0680117610000002</c:v>
                </c:pt>
                <c:pt idx="55">
                  <c:v>4.0749278069999999</c:v>
                </c:pt>
                <c:pt idx="56">
                  <c:v>4.0804595949999998</c:v>
                </c:pt>
                <c:pt idx="57">
                  <c:v>4.0862069129999998</c:v>
                </c:pt>
                <c:pt idx="58">
                  <c:v>4.0908045770000001</c:v>
                </c:pt>
                <c:pt idx="59">
                  <c:v>4.0956773760000003</c:v>
                </c:pt>
                <c:pt idx="60">
                  <c:v>3.930835724</c:v>
                </c:pt>
                <c:pt idx="61">
                  <c:v>4.0490946770000003</c:v>
                </c:pt>
                <c:pt idx="62">
                  <c:v>4.1675248150000002</c:v>
                </c:pt>
                <c:pt idx="63">
                  <c:v>4.2910661699999997</c:v>
                </c:pt>
                <c:pt idx="64">
                  <c:v>4.4034481049999998</c:v>
                </c:pt>
                <c:pt idx="65">
                  <c:v>4.5009016989999999</c:v>
                </c:pt>
                <c:pt idx="66">
                  <c:v>4.5719060899999997</c:v>
                </c:pt>
                <c:pt idx="67">
                  <c:v>4.6263709070000001</c:v>
                </c:pt>
                <c:pt idx="68">
                  <c:v>4.6677451129999996</c:v>
                </c:pt>
                <c:pt idx="69">
                  <c:v>4.6996626849999998</c:v>
                </c:pt>
                <c:pt idx="70">
                  <c:v>4.7273774150000003</c:v>
                </c:pt>
                <c:pt idx="71">
                  <c:v>4.7465515140000001</c:v>
                </c:pt>
                <c:pt idx="72">
                  <c:v>4.7626438139999996</c:v>
                </c:pt>
                <c:pt idx="73">
                  <c:v>4.7727012630000001</c:v>
                </c:pt>
                <c:pt idx="74">
                  <c:v>4.7810344699999998</c:v>
                </c:pt>
                <c:pt idx="75">
                  <c:v>4.7878961560000004</c:v>
                </c:pt>
                <c:pt idx="76">
                  <c:v>4.7936601640000003</c:v>
                </c:pt>
                <c:pt idx="77">
                  <c:v>4.7994236949999998</c:v>
                </c:pt>
                <c:pt idx="78">
                  <c:v>4.8048849110000003</c:v>
                </c:pt>
                <c:pt idx="79">
                  <c:v>4.8097982410000002</c:v>
                </c:pt>
                <c:pt idx="80">
                  <c:v>4.4575824739999996</c:v>
                </c:pt>
                <c:pt idx="81">
                  <c:v>4.5831613539999996</c:v>
                </c:pt>
                <c:pt idx="82">
                  <c:v>4.7087402340000004</c:v>
                </c:pt>
                <c:pt idx="83">
                  <c:v>4.8343191149999996</c:v>
                </c:pt>
                <c:pt idx="84">
                  <c:v>4.9590516090000003</c:v>
                </c:pt>
                <c:pt idx="85">
                  <c:v>5.0851292609999996</c:v>
                </c:pt>
                <c:pt idx="86">
                  <c:v>5.1943454740000004</c:v>
                </c:pt>
                <c:pt idx="87">
                  <c:v>5.2882037159999999</c:v>
                </c:pt>
                <c:pt idx="88">
                  <c:v>5.3648290630000002</c:v>
                </c:pt>
                <c:pt idx="89">
                  <c:v>5.4270658489999999</c:v>
                </c:pt>
                <c:pt idx="90">
                  <c:v>5.4723343849999999</c:v>
                </c:pt>
                <c:pt idx="91">
                  <c:v>5.5028820039999999</c:v>
                </c:pt>
                <c:pt idx="92">
                  <c:v>5.5280981059999998</c:v>
                </c:pt>
                <c:pt idx="93">
                  <c:v>5.5501441959999998</c:v>
                </c:pt>
                <c:pt idx="94">
                  <c:v>5.5703167919999999</c:v>
                </c:pt>
                <c:pt idx="95">
                  <c:v>5.584726334</c:v>
                </c:pt>
                <c:pt idx="96">
                  <c:v>5.6005764009999996</c:v>
                </c:pt>
                <c:pt idx="97">
                  <c:v>5.6132564540000001</c:v>
                </c:pt>
                <c:pt idx="98">
                  <c:v>5.6233429910000003</c:v>
                </c:pt>
                <c:pt idx="99">
                  <c:v>5.6319885249999997</c:v>
                </c:pt>
                <c:pt idx="100">
                  <c:v>4.6836447720000001</c:v>
                </c:pt>
                <c:pt idx="101">
                  <c:v>4.8119821549999999</c:v>
                </c:pt>
                <c:pt idx="102">
                  <c:v>4.9403195379999998</c:v>
                </c:pt>
                <c:pt idx="103">
                  <c:v>5.068657398</c:v>
                </c:pt>
                <c:pt idx="104">
                  <c:v>5.1969947809999999</c:v>
                </c:pt>
                <c:pt idx="105">
                  <c:v>5.3253321649999998</c:v>
                </c:pt>
                <c:pt idx="106">
                  <c:v>5.4510087970000001</c:v>
                </c:pt>
                <c:pt idx="107">
                  <c:v>5.5701150889999997</c:v>
                </c:pt>
                <c:pt idx="108">
                  <c:v>5.6743516920000001</c:v>
                </c:pt>
                <c:pt idx="109">
                  <c:v>5.7550430300000004</c:v>
                </c:pt>
                <c:pt idx="110">
                  <c:v>5.8292508129999998</c:v>
                </c:pt>
                <c:pt idx="111">
                  <c:v>5.8948125840000003</c:v>
                </c:pt>
                <c:pt idx="112">
                  <c:v>5.9425287249999998</c:v>
                </c:pt>
                <c:pt idx="113">
                  <c:v>5.9769454</c:v>
                </c:pt>
                <c:pt idx="114">
                  <c:v>6.000720501</c:v>
                </c:pt>
                <c:pt idx="115">
                  <c:v>6.0206894870000003</c:v>
                </c:pt>
                <c:pt idx="116">
                  <c:v>6.0367817879999999</c:v>
                </c:pt>
                <c:pt idx="117">
                  <c:v>6.0528736109999999</c:v>
                </c:pt>
                <c:pt idx="118">
                  <c:v>6.0662822719999996</c:v>
                </c:pt>
                <c:pt idx="119">
                  <c:v>6.0814123149999997</c:v>
                </c:pt>
                <c:pt idx="120">
                  <c:v>4.9017100329999996</c:v>
                </c:pt>
                <c:pt idx="121">
                  <c:v>5.0325555800000004</c:v>
                </c:pt>
                <c:pt idx="122">
                  <c:v>5.1634011270000002</c:v>
                </c:pt>
                <c:pt idx="123">
                  <c:v>5.2942471500000003</c:v>
                </c:pt>
                <c:pt idx="124">
                  <c:v>5.4250926970000002</c:v>
                </c:pt>
                <c:pt idx="125">
                  <c:v>5.555938244</c:v>
                </c:pt>
                <c:pt idx="126">
                  <c:v>5.6829972270000004</c:v>
                </c:pt>
                <c:pt idx="127">
                  <c:v>5.8110632899999999</c:v>
                </c:pt>
                <c:pt idx="128">
                  <c:v>5.9260058400000002</c:v>
                </c:pt>
                <c:pt idx="129">
                  <c:v>6.0331535340000002</c:v>
                </c:pt>
                <c:pt idx="130">
                  <c:v>6.1265034680000001</c:v>
                </c:pt>
                <c:pt idx="131">
                  <c:v>6.2133622170000002</c:v>
                </c:pt>
                <c:pt idx="132">
                  <c:v>6.2932634350000001</c:v>
                </c:pt>
                <c:pt idx="133">
                  <c:v>6.3570404050000002</c:v>
                </c:pt>
                <c:pt idx="134">
                  <c:v>6.4126801489999998</c:v>
                </c:pt>
                <c:pt idx="135">
                  <c:v>6.4564843180000002</c:v>
                </c:pt>
                <c:pt idx="136">
                  <c:v>6.4933719639999996</c:v>
                </c:pt>
                <c:pt idx="137">
                  <c:v>6.5233430859999997</c:v>
                </c:pt>
                <c:pt idx="138">
                  <c:v>6.5533142089999998</c:v>
                </c:pt>
                <c:pt idx="139">
                  <c:v>6.5821323390000002</c:v>
                </c:pt>
                <c:pt idx="140">
                  <c:v>5.0929999349999999</c:v>
                </c:pt>
                <c:pt idx="141">
                  <c:v>5.2259316440000001</c:v>
                </c:pt>
                <c:pt idx="142">
                  <c:v>5.3588633540000004</c:v>
                </c:pt>
                <c:pt idx="143">
                  <c:v>5.49179554</c:v>
                </c:pt>
                <c:pt idx="144">
                  <c:v>5.6247272490000002</c:v>
                </c:pt>
                <c:pt idx="145">
                  <c:v>5.7576589580000004</c:v>
                </c:pt>
                <c:pt idx="146">
                  <c:v>5.8905906679999998</c:v>
                </c:pt>
                <c:pt idx="147">
                  <c:v>6.0288186069999998</c:v>
                </c:pt>
                <c:pt idx="148">
                  <c:v>6.1551723479999998</c:v>
                </c:pt>
                <c:pt idx="149">
                  <c:v>6.2801723479999998</c:v>
                </c:pt>
                <c:pt idx="150">
                  <c:v>6.4008622170000002</c:v>
                </c:pt>
                <c:pt idx="151">
                  <c:v>6.5086207390000004</c:v>
                </c:pt>
                <c:pt idx="152">
                  <c:v>6.6051874159999997</c:v>
                </c:pt>
                <c:pt idx="153">
                  <c:v>6.685878754</c:v>
                </c:pt>
                <c:pt idx="154">
                  <c:v>6.7629308699999999</c:v>
                </c:pt>
                <c:pt idx="155">
                  <c:v>6.8232760429999999</c:v>
                </c:pt>
                <c:pt idx="156">
                  <c:v>6.8818445209999997</c:v>
                </c:pt>
                <c:pt idx="157">
                  <c:v>6.9390530589999999</c:v>
                </c:pt>
                <c:pt idx="158">
                  <c:v>6.9982209209999997</c:v>
                </c:pt>
                <c:pt idx="159">
                  <c:v>7.0490465159999998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CFF6-4944-9D04-B464ED5E31F8}"/>
            </c:ext>
          </c:extLst>
        </c:ser>
        <c:ser>
          <c:idx val="5"/>
          <c:order val="5"/>
          <c:tx>
            <c:strRef>
              <c:f>Sheet1!$B$771</c:f>
              <c:strCache>
                <c:ptCount val="1"/>
                <c:pt idx="0">
                  <c:v>T100rad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Sheet1!$A$772:$A$891</c:f>
              <c:numCache>
                <c:formatCode>General</c:formatCode>
                <c:ptCount val="120"/>
                <c:pt idx="0">
                  <c:v>0.29091</c:v>
                </c:pt>
                <c:pt idx="1">
                  <c:v>0.29091</c:v>
                </c:pt>
                <c:pt idx="2">
                  <c:v>0.29091</c:v>
                </c:pt>
                <c:pt idx="3">
                  <c:v>0.29091</c:v>
                </c:pt>
                <c:pt idx="4">
                  <c:v>0.29091</c:v>
                </c:pt>
                <c:pt idx="5">
                  <c:v>0.29091</c:v>
                </c:pt>
                <c:pt idx="6">
                  <c:v>0.29091</c:v>
                </c:pt>
                <c:pt idx="7">
                  <c:v>0.28942000000000001</c:v>
                </c:pt>
                <c:pt idx="8">
                  <c:v>0.28675</c:v>
                </c:pt>
                <c:pt idx="9">
                  <c:v>0.28197</c:v>
                </c:pt>
                <c:pt idx="10">
                  <c:v>0.27635999999999999</c:v>
                </c:pt>
                <c:pt idx="11">
                  <c:v>0.26954</c:v>
                </c:pt>
                <c:pt idx="12">
                  <c:v>0.26151999999999997</c:v>
                </c:pt>
                <c:pt idx="13">
                  <c:v>0.25202000000000002</c:v>
                </c:pt>
                <c:pt idx="14">
                  <c:v>0.24252000000000001</c:v>
                </c:pt>
                <c:pt idx="15">
                  <c:v>0.23243</c:v>
                </c:pt>
                <c:pt idx="16">
                  <c:v>0.22281999999999999</c:v>
                </c:pt>
                <c:pt idx="17">
                  <c:v>0.21314</c:v>
                </c:pt>
                <c:pt idx="18">
                  <c:v>0.20363999999999999</c:v>
                </c:pt>
                <c:pt idx="19">
                  <c:v>0.19442999999999999</c:v>
                </c:pt>
                <c:pt idx="20">
                  <c:v>0.44378000000000001</c:v>
                </c:pt>
                <c:pt idx="21">
                  <c:v>0.44378000000000001</c:v>
                </c:pt>
                <c:pt idx="22">
                  <c:v>0.44378000000000001</c:v>
                </c:pt>
                <c:pt idx="23">
                  <c:v>0.44378000000000001</c:v>
                </c:pt>
                <c:pt idx="24">
                  <c:v>0.44378000000000001</c:v>
                </c:pt>
                <c:pt idx="25">
                  <c:v>0.44378000000000001</c:v>
                </c:pt>
                <c:pt idx="26">
                  <c:v>0.44378000000000001</c:v>
                </c:pt>
                <c:pt idx="27">
                  <c:v>0.44378000000000001</c:v>
                </c:pt>
                <c:pt idx="28">
                  <c:v>0.44378000000000001</c:v>
                </c:pt>
                <c:pt idx="29">
                  <c:v>0.44378000000000001</c:v>
                </c:pt>
                <c:pt idx="30">
                  <c:v>0.44289000000000001</c:v>
                </c:pt>
                <c:pt idx="31">
                  <c:v>0.43992999999999999</c:v>
                </c:pt>
                <c:pt idx="32">
                  <c:v>0.43487999999999999</c:v>
                </c:pt>
                <c:pt idx="33">
                  <c:v>0.42597000000000002</c:v>
                </c:pt>
                <c:pt idx="34">
                  <c:v>0.41439999999999999</c:v>
                </c:pt>
                <c:pt idx="35">
                  <c:v>0.40175</c:v>
                </c:pt>
                <c:pt idx="36">
                  <c:v>0.38946999999999998</c:v>
                </c:pt>
                <c:pt idx="37">
                  <c:v>0.37669999999999998</c:v>
                </c:pt>
                <c:pt idx="38">
                  <c:v>0.36409000000000002</c:v>
                </c:pt>
                <c:pt idx="39">
                  <c:v>0.35116999999999998</c:v>
                </c:pt>
                <c:pt idx="40">
                  <c:v>0.56081999999999999</c:v>
                </c:pt>
                <c:pt idx="41">
                  <c:v>0.56081999999999999</c:v>
                </c:pt>
                <c:pt idx="42">
                  <c:v>0.56081999999999999</c:v>
                </c:pt>
                <c:pt idx="43">
                  <c:v>0.56081999999999999</c:v>
                </c:pt>
                <c:pt idx="44">
                  <c:v>0.56081999999999999</c:v>
                </c:pt>
                <c:pt idx="45">
                  <c:v>0.56081999999999999</c:v>
                </c:pt>
                <c:pt idx="46">
                  <c:v>0.56081999999999999</c:v>
                </c:pt>
                <c:pt idx="47">
                  <c:v>0.56081999999999999</c:v>
                </c:pt>
                <c:pt idx="48">
                  <c:v>0.56081999999999999</c:v>
                </c:pt>
                <c:pt idx="49">
                  <c:v>0.56052000000000002</c:v>
                </c:pt>
                <c:pt idx="50">
                  <c:v>0.55874000000000001</c:v>
                </c:pt>
                <c:pt idx="51">
                  <c:v>0.55457999999999996</c:v>
                </c:pt>
                <c:pt idx="52">
                  <c:v>0.54920000000000002</c:v>
                </c:pt>
                <c:pt idx="53">
                  <c:v>0.54196999999999995</c:v>
                </c:pt>
                <c:pt idx="54">
                  <c:v>0.53261999999999998</c:v>
                </c:pt>
                <c:pt idx="55">
                  <c:v>0.52163999999999999</c:v>
                </c:pt>
                <c:pt idx="56">
                  <c:v>0.50917000000000001</c:v>
                </c:pt>
                <c:pt idx="57">
                  <c:v>0.49691999999999997</c:v>
                </c:pt>
                <c:pt idx="58">
                  <c:v>0.48420999999999997</c:v>
                </c:pt>
                <c:pt idx="59">
                  <c:v>0.47149000000000002</c:v>
                </c:pt>
                <c:pt idx="60">
                  <c:v>0.62622999999999995</c:v>
                </c:pt>
                <c:pt idx="61">
                  <c:v>0.62622999999999995</c:v>
                </c:pt>
                <c:pt idx="62">
                  <c:v>0.62622999999999995</c:v>
                </c:pt>
                <c:pt idx="63">
                  <c:v>0.62622999999999995</c:v>
                </c:pt>
                <c:pt idx="64">
                  <c:v>0.62622999999999995</c:v>
                </c:pt>
                <c:pt idx="65">
                  <c:v>0.62622999999999995</c:v>
                </c:pt>
                <c:pt idx="66">
                  <c:v>0.62622999999999995</c:v>
                </c:pt>
                <c:pt idx="67">
                  <c:v>0.62622999999999995</c:v>
                </c:pt>
                <c:pt idx="68">
                  <c:v>0.62622999999999995</c:v>
                </c:pt>
                <c:pt idx="69">
                  <c:v>0.62597000000000003</c:v>
                </c:pt>
                <c:pt idx="70">
                  <c:v>0.62494000000000005</c:v>
                </c:pt>
                <c:pt idx="71">
                  <c:v>0.62222</c:v>
                </c:pt>
                <c:pt idx="72">
                  <c:v>0.61739999999999995</c:v>
                </c:pt>
                <c:pt idx="73">
                  <c:v>0.61065000000000003</c:v>
                </c:pt>
                <c:pt idx="74">
                  <c:v>0.60160000000000002</c:v>
                </c:pt>
                <c:pt idx="75">
                  <c:v>0.59247000000000005</c:v>
                </c:pt>
                <c:pt idx="76">
                  <c:v>0.58130000000000004</c:v>
                </c:pt>
                <c:pt idx="77">
                  <c:v>0.56908000000000003</c:v>
                </c:pt>
                <c:pt idx="78">
                  <c:v>0.55618000000000001</c:v>
                </c:pt>
                <c:pt idx="79">
                  <c:v>0.54327999999999999</c:v>
                </c:pt>
                <c:pt idx="80">
                  <c:v>0.69913000000000003</c:v>
                </c:pt>
                <c:pt idx="81">
                  <c:v>0.69913000000000003</c:v>
                </c:pt>
                <c:pt idx="82">
                  <c:v>0.69913000000000003</c:v>
                </c:pt>
                <c:pt idx="83">
                  <c:v>0.69913000000000003</c:v>
                </c:pt>
                <c:pt idx="84">
                  <c:v>0.69913000000000003</c:v>
                </c:pt>
                <c:pt idx="85">
                  <c:v>0.69913000000000003</c:v>
                </c:pt>
                <c:pt idx="86">
                  <c:v>0.69913000000000003</c:v>
                </c:pt>
                <c:pt idx="87">
                  <c:v>0.69913000000000003</c:v>
                </c:pt>
                <c:pt idx="88">
                  <c:v>0.69913000000000003</c:v>
                </c:pt>
                <c:pt idx="89">
                  <c:v>0.69913000000000003</c:v>
                </c:pt>
                <c:pt idx="90">
                  <c:v>0.69879000000000002</c:v>
                </c:pt>
                <c:pt idx="91">
                  <c:v>0.69745999999999997</c:v>
                </c:pt>
                <c:pt idx="92">
                  <c:v>0.69462000000000002</c:v>
                </c:pt>
                <c:pt idx="93">
                  <c:v>0.68928</c:v>
                </c:pt>
                <c:pt idx="94">
                  <c:v>0.68120999999999998</c:v>
                </c:pt>
                <c:pt idx="95">
                  <c:v>0.67157999999999995</c:v>
                </c:pt>
                <c:pt idx="96">
                  <c:v>0.66039000000000003</c:v>
                </c:pt>
                <c:pt idx="97">
                  <c:v>0.64870000000000005</c:v>
                </c:pt>
                <c:pt idx="98">
                  <c:v>0.63617999999999997</c:v>
                </c:pt>
                <c:pt idx="99">
                  <c:v>0.62482000000000004</c:v>
                </c:pt>
                <c:pt idx="100">
                  <c:v>0.79132000000000002</c:v>
                </c:pt>
                <c:pt idx="101">
                  <c:v>0.79132000000000002</c:v>
                </c:pt>
                <c:pt idx="102">
                  <c:v>0.79132000000000002</c:v>
                </c:pt>
                <c:pt idx="103">
                  <c:v>0.79132000000000002</c:v>
                </c:pt>
                <c:pt idx="104">
                  <c:v>0.79132000000000002</c:v>
                </c:pt>
                <c:pt idx="105">
                  <c:v>0.79132000000000002</c:v>
                </c:pt>
                <c:pt idx="106">
                  <c:v>0.79132000000000002</c:v>
                </c:pt>
                <c:pt idx="107">
                  <c:v>0.79132000000000002</c:v>
                </c:pt>
                <c:pt idx="108">
                  <c:v>0.79132000000000002</c:v>
                </c:pt>
                <c:pt idx="109">
                  <c:v>0.79132000000000002</c:v>
                </c:pt>
                <c:pt idx="110">
                  <c:v>0.79042999999999997</c:v>
                </c:pt>
                <c:pt idx="111">
                  <c:v>0.78832000000000002</c:v>
                </c:pt>
                <c:pt idx="112">
                  <c:v>0.78320999999999996</c:v>
                </c:pt>
                <c:pt idx="113">
                  <c:v>0.77529000000000003</c:v>
                </c:pt>
                <c:pt idx="114">
                  <c:v>0.76637999999999995</c:v>
                </c:pt>
                <c:pt idx="115">
                  <c:v>0.75629000000000002</c:v>
                </c:pt>
                <c:pt idx="116">
                  <c:v>0.74560000000000004</c:v>
                </c:pt>
                <c:pt idx="117">
                  <c:v>0.73440000000000005</c:v>
                </c:pt>
                <c:pt idx="118">
                  <c:v>0.72192000000000001</c:v>
                </c:pt>
                <c:pt idx="119">
                  <c:v>0.70945000000000003</c:v>
                </c:pt>
              </c:numCache>
            </c:numRef>
          </c:xVal>
          <c:yVal>
            <c:numRef>
              <c:f>Sheet1!$B$772:$B$891</c:f>
              <c:numCache>
                <c:formatCode>General</c:formatCode>
                <c:ptCount val="120"/>
                <c:pt idx="0">
                  <c:v>1.02552</c:v>
                </c:pt>
                <c:pt idx="1">
                  <c:v>1.12015</c:v>
                </c:pt>
                <c:pt idx="2">
                  <c:v>1.2147699999999999</c:v>
                </c:pt>
                <c:pt idx="3">
                  <c:v>1.3093900000000001</c:v>
                </c:pt>
                <c:pt idx="4">
                  <c:v>1.40401</c:v>
                </c:pt>
                <c:pt idx="5">
                  <c:v>1.49864</c:v>
                </c:pt>
                <c:pt idx="6">
                  <c:v>1.5932599999999999</c:v>
                </c:pt>
                <c:pt idx="7">
                  <c:v>1.6796</c:v>
                </c:pt>
                <c:pt idx="8">
                  <c:v>1.75857</c:v>
                </c:pt>
                <c:pt idx="9">
                  <c:v>1.8241400000000001</c:v>
                </c:pt>
                <c:pt idx="10">
                  <c:v>1.8831100000000001</c:v>
                </c:pt>
                <c:pt idx="11">
                  <c:v>1.9326300000000001</c:v>
                </c:pt>
                <c:pt idx="12">
                  <c:v>1.97238</c:v>
                </c:pt>
                <c:pt idx="13">
                  <c:v>1.99993</c:v>
                </c:pt>
                <c:pt idx="14">
                  <c:v>2.0244399999999998</c:v>
                </c:pt>
                <c:pt idx="15">
                  <c:v>2.04189</c:v>
                </c:pt>
                <c:pt idx="16">
                  <c:v>2.0593599999999999</c:v>
                </c:pt>
                <c:pt idx="17">
                  <c:v>2.07321</c:v>
                </c:pt>
                <c:pt idx="18">
                  <c:v>2.08514</c:v>
                </c:pt>
                <c:pt idx="19">
                  <c:v>2.0960399999999999</c:v>
                </c:pt>
                <c:pt idx="20">
                  <c:v>1.7701</c:v>
                </c:pt>
                <c:pt idx="21">
                  <c:v>1.89147</c:v>
                </c:pt>
                <c:pt idx="22">
                  <c:v>2.0128400000000002</c:v>
                </c:pt>
                <c:pt idx="23">
                  <c:v>2.1342099999999999</c:v>
                </c:pt>
                <c:pt idx="24">
                  <c:v>2.2555800000000001</c:v>
                </c:pt>
                <c:pt idx="25">
                  <c:v>2.3769499999999999</c:v>
                </c:pt>
                <c:pt idx="26">
                  <c:v>2.4983200000000001</c:v>
                </c:pt>
                <c:pt idx="27">
                  <c:v>2.6196899999999999</c:v>
                </c:pt>
                <c:pt idx="28">
                  <c:v>2.7410600000000001</c:v>
                </c:pt>
                <c:pt idx="29">
                  <c:v>2.8624299999999998</c:v>
                </c:pt>
                <c:pt idx="30">
                  <c:v>2.9774799999999999</c:v>
                </c:pt>
                <c:pt idx="31">
                  <c:v>3.0771799999999998</c:v>
                </c:pt>
                <c:pt idx="32">
                  <c:v>3.16059</c:v>
                </c:pt>
                <c:pt idx="33">
                  <c:v>3.2135099999999999</c:v>
                </c:pt>
                <c:pt idx="34">
                  <c:v>3.2435900000000002</c:v>
                </c:pt>
                <c:pt idx="35">
                  <c:v>3.26233</c:v>
                </c:pt>
                <c:pt idx="36">
                  <c:v>3.2804500000000001</c:v>
                </c:pt>
                <c:pt idx="37">
                  <c:v>3.2913100000000002</c:v>
                </c:pt>
                <c:pt idx="38">
                  <c:v>3.2999800000000001</c:v>
                </c:pt>
                <c:pt idx="39">
                  <c:v>3.3024900000000001</c:v>
                </c:pt>
                <c:pt idx="40">
                  <c:v>2.4573299999999998</c:v>
                </c:pt>
                <c:pt idx="41">
                  <c:v>2.5973799999999998</c:v>
                </c:pt>
                <c:pt idx="42">
                  <c:v>2.7374299999999998</c:v>
                </c:pt>
                <c:pt idx="43">
                  <c:v>2.8774799999999998</c:v>
                </c:pt>
                <c:pt idx="44">
                  <c:v>3.0175299999999998</c:v>
                </c:pt>
                <c:pt idx="45">
                  <c:v>3.1575799999999998</c:v>
                </c:pt>
                <c:pt idx="46">
                  <c:v>3.2976299999999998</c:v>
                </c:pt>
                <c:pt idx="47">
                  <c:v>3.4376799999999998</c:v>
                </c:pt>
                <c:pt idx="48">
                  <c:v>3.5777299999999999</c:v>
                </c:pt>
                <c:pt idx="49">
                  <c:v>3.7155</c:v>
                </c:pt>
                <c:pt idx="50">
                  <c:v>3.8415599999999999</c:v>
                </c:pt>
                <c:pt idx="51">
                  <c:v>3.9481999999999999</c:v>
                </c:pt>
                <c:pt idx="52">
                  <c:v>4.0437700000000003</c:v>
                </c:pt>
                <c:pt idx="53">
                  <c:v>4.1226900000000004</c:v>
                </c:pt>
                <c:pt idx="54">
                  <c:v>4.1821099999999998</c:v>
                </c:pt>
                <c:pt idx="55">
                  <c:v>4.2255000000000003</c:v>
                </c:pt>
                <c:pt idx="56">
                  <c:v>4.2534599999999996</c:v>
                </c:pt>
                <c:pt idx="57">
                  <c:v>4.2803100000000001</c:v>
                </c:pt>
                <c:pt idx="58">
                  <c:v>4.2999499999999999</c:v>
                </c:pt>
                <c:pt idx="59">
                  <c:v>4.3163499999999999</c:v>
                </c:pt>
                <c:pt idx="60">
                  <c:v>2.8857699999999999</c:v>
                </c:pt>
                <c:pt idx="61">
                  <c:v>3.0355799999999999</c:v>
                </c:pt>
                <c:pt idx="62">
                  <c:v>3.1853899999999999</c:v>
                </c:pt>
                <c:pt idx="63">
                  <c:v>3.33521</c:v>
                </c:pt>
                <c:pt idx="64">
                  <c:v>3.48502</c:v>
                </c:pt>
                <c:pt idx="65">
                  <c:v>3.63483</c:v>
                </c:pt>
                <c:pt idx="66">
                  <c:v>3.78464</c:v>
                </c:pt>
                <c:pt idx="67">
                  <c:v>3.93445</c:v>
                </c:pt>
                <c:pt idx="68">
                  <c:v>4.0842700000000001</c:v>
                </c:pt>
                <c:pt idx="69">
                  <c:v>4.2319699999999996</c:v>
                </c:pt>
                <c:pt idx="70">
                  <c:v>4.3731799999999996</c:v>
                </c:pt>
                <c:pt idx="71">
                  <c:v>4.5000999999999998</c:v>
                </c:pt>
                <c:pt idx="72">
                  <c:v>4.6083499999999997</c:v>
                </c:pt>
                <c:pt idx="73">
                  <c:v>4.6987199999999998</c:v>
                </c:pt>
                <c:pt idx="74">
                  <c:v>4.7674000000000003</c:v>
                </c:pt>
                <c:pt idx="75">
                  <c:v>4.83317</c:v>
                </c:pt>
                <c:pt idx="76">
                  <c:v>4.8785999999999996</c:v>
                </c:pt>
                <c:pt idx="77">
                  <c:v>4.9119700000000002</c:v>
                </c:pt>
                <c:pt idx="78">
                  <c:v>4.93628</c:v>
                </c:pt>
                <c:pt idx="79">
                  <c:v>4.9575300000000002</c:v>
                </c:pt>
                <c:pt idx="80">
                  <c:v>3.4005999999999998</c:v>
                </c:pt>
                <c:pt idx="81">
                  <c:v>3.5607099999999998</c:v>
                </c:pt>
                <c:pt idx="82">
                  <c:v>3.7208299999999999</c:v>
                </c:pt>
                <c:pt idx="83">
                  <c:v>3.8809499999999999</c:v>
                </c:pt>
                <c:pt idx="84">
                  <c:v>4.0410599999999999</c:v>
                </c:pt>
                <c:pt idx="85">
                  <c:v>4.2011799999999999</c:v>
                </c:pt>
                <c:pt idx="86">
                  <c:v>4.3612900000000003</c:v>
                </c:pt>
                <c:pt idx="87">
                  <c:v>4.5214100000000004</c:v>
                </c:pt>
                <c:pt idx="88">
                  <c:v>4.6815300000000004</c:v>
                </c:pt>
                <c:pt idx="89">
                  <c:v>4.8416399999999999</c:v>
                </c:pt>
                <c:pt idx="90">
                  <c:v>4.99885</c:v>
                </c:pt>
                <c:pt idx="91">
                  <c:v>5.1471200000000001</c:v>
                </c:pt>
                <c:pt idx="92">
                  <c:v>5.2815700000000003</c:v>
                </c:pt>
                <c:pt idx="93">
                  <c:v>5.3925799999999997</c:v>
                </c:pt>
                <c:pt idx="94">
                  <c:v>5.4773500000000004</c:v>
                </c:pt>
                <c:pt idx="95">
                  <c:v>5.5457700000000001</c:v>
                </c:pt>
                <c:pt idx="96">
                  <c:v>5.5975400000000004</c:v>
                </c:pt>
                <c:pt idx="97">
                  <c:v>5.6421400000000004</c:v>
                </c:pt>
                <c:pt idx="98">
                  <c:v>5.67624</c:v>
                </c:pt>
                <c:pt idx="99">
                  <c:v>5.7187299999999999</c:v>
                </c:pt>
                <c:pt idx="100">
                  <c:v>4.1081799999999999</c:v>
                </c:pt>
                <c:pt idx="101">
                  <c:v>4.2804599999999997</c:v>
                </c:pt>
                <c:pt idx="102">
                  <c:v>4.45275</c:v>
                </c:pt>
                <c:pt idx="103">
                  <c:v>4.6250299999999998</c:v>
                </c:pt>
                <c:pt idx="104">
                  <c:v>4.7973100000000004</c:v>
                </c:pt>
                <c:pt idx="105">
                  <c:v>4.9695900000000002</c:v>
                </c:pt>
                <c:pt idx="106">
                  <c:v>5.1418699999999999</c:v>
                </c:pt>
                <c:pt idx="107">
                  <c:v>5.3141600000000002</c:v>
                </c:pt>
                <c:pt idx="108">
                  <c:v>5.48644</c:v>
                </c:pt>
                <c:pt idx="109">
                  <c:v>5.6587199999999998</c:v>
                </c:pt>
                <c:pt idx="110">
                  <c:v>5.8227399999999996</c:v>
                </c:pt>
                <c:pt idx="111">
                  <c:v>5.9750699999999997</c:v>
                </c:pt>
                <c:pt idx="112">
                  <c:v>6.0984400000000001</c:v>
                </c:pt>
                <c:pt idx="113">
                  <c:v>6.1936900000000001</c:v>
                </c:pt>
                <c:pt idx="114">
                  <c:v>6.2777900000000004</c:v>
                </c:pt>
                <c:pt idx="115">
                  <c:v>6.3484999999999996</c:v>
                </c:pt>
                <c:pt idx="116">
                  <c:v>6.4113499999999997</c:v>
                </c:pt>
                <c:pt idx="117">
                  <c:v>6.4669299999999996</c:v>
                </c:pt>
                <c:pt idx="118">
                  <c:v>6.5075500000000002</c:v>
                </c:pt>
                <c:pt idx="119">
                  <c:v>6.5456500000000002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CFF6-4944-9D04-B464ED5E31F8}"/>
            </c:ext>
          </c:extLst>
        </c:ser>
        <c:ser>
          <c:idx val="6"/>
          <c:order val="6"/>
          <c:tx>
            <c:strRef>
              <c:f>Sheet1!$B$893</c:f>
              <c:strCache>
                <c:ptCount val="1"/>
                <c:pt idx="0">
                  <c:v>T800_c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Sheet1!$A$894:$A$1173</c:f>
              <c:numCache>
                <c:formatCode>General</c:formatCode>
                <c:ptCount val="280"/>
                <c:pt idx="0">
                  <c:v>2.726350069</c:v>
                </c:pt>
                <c:pt idx="1">
                  <c:v>2.7139101029999999</c:v>
                </c:pt>
                <c:pt idx="2">
                  <c:v>2.696660042</c:v>
                </c:pt>
                <c:pt idx="3">
                  <c:v>2.6744000909999999</c:v>
                </c:pt>
                <c:pt idx="4">
                  <c:v>2.6447100639999999</c:v>
                </c:pt>
                <c:pt idx="5">
                  <c:v>2.605190039</c:v>
                </c:pt>
                <c:pt idx="6">
                  <c:v>2.556960106</c:v>
                </c:pt>
                <c:pt idx="7">
                  <c:v>2.5031499859999999</c:v>
                </c:pt>
                <c:pt idx="8">
                  <c:v>2.440850019</c:v>
                </c:pt>
                <c:pt idx="9">
                  <c:v>2.367719889</c:v>
                </c:pt>
                <c:pt idx="10">
                  <c:v>2.2844200130000001</c:v>
                </c:pt>
                <c:pt idx="11">
                  <c:v>2.188679934</c:v>
                </c:pt>
                <c:pt idx="12">
                  <c:v>2.078910112</c:v>
                </c:pt>
                <c:pt idx="13">
                  <c:v>1.967540026</c:v>
                </c:pt>
                <c:pt idx="14">
                  <c:v>1.8591799739999999</c:v>
                </c:pt>
                <c:pt idx="15">
                  <c:v>1.754029989</c:v>
                </c:pt>
                <c:pt idx="16">
                  <c:v>1.654360056</c:v>
                </c:pt>
                <c:pt idx="17">
                  <c:v>1.55862999</c:v>
                </c:pt>
                <c:pt idx="18">
                  <c:v>1.467350006</c:v>
                </c:pt>
                <c:pt idx="19">
                  <c:v>1.3805199859999999</c:v>
                </c:pt>
                <c:pt idx="20">
                  <c:v>3.1811699870000001</c:v>
                </c:pt>
                <c:pt idx="21">
                  <c:v>3.1616899969999999</c:v>
                </c:pt>
                <c:pt idx="22">
                  <c:v>3.1366400720000001</c:v>
                </c:pt>
                <c:pt idx="23">
                  <c:v>3.1032500270000001</c:v>
                </c:pt>
                <c:pt idx="24">
                  <c:v>3.0649299619999999</c:v>
                </c:pt>
                <c:pt idx="25">
                  <c:v>3.0200700760000001</c:v>
                </c:pt>
                <c:pt idx="26">
                  <c:v>2.9734699729999998</c:v>
                </c:pt>
                <c:pt idx="27">
                  <c:v>2.9220099450000001</c:v>
                </c:pt>
                <c:pt idx="28">
                  <c:v>2.861219883</c:v>
                </c:pt>
                <c:pt idx="29">
                  <c:v>2.781970024</c:v>
                </c:pt>
                <c:pt idx="30">
                  <c:v>2.6877601150000001</c:v>
                </c:pt>
                <c:pt idx="31">
                  <c:v>2.5755100249999998</c:v>
                </c:pt>
                <c:pt idx="32">
                  <c:v>2.457230091</c:v>
                </c:pt>
                <c:pt idx="33">
                  <c:v>2.3354499340000001</c:v>
                </c:pt>
                <c:pt idx="34">
                  <c:v>2.2159199709999999</c:v>
                </c:pt>
                <c:pt idx="35">
                  <c:v>2.0988900660000001</c:v>
                </c:pt>
                <c:pt idx="36">
                  <c:v>1.9881299729999999</c:v>
                </c:pt>
                <c:pt idx="37">
                  <c:v>1.8807100059999999</c:v>
                </c:pt>
                <c:pt idx="38">
                  <c:v>1.778849959</c:v>
                </c:pt>
                <c:pt idx="39">
                  <c:v>1.6808899639999999</c:v>
                </c:pt>
                <c:pt idx="40">
                  <c:v>3.7146599290000002</c:v>
                </c:pt>
                <c:pt idx="41">
                  <c:v>3.6879398819999998</c:v>
                </c:pt>
                <c:pt idx="42">
                  <c:v>3.661220074</c:v>
                </c:pt>
                <c:pt idx="43">
                  <c:v>3.6256001000000002</c:v>
                </c:pt>
                <c:pt idx="44">
                  <c:v>3.5855300429999999</c:v>
                </c:pt>
                <c:pt idx="45">
                  <c:v>3.5409998890000001</c:v>
                </c:pt>
                <c:pt idx="46">
                  <c:v>3.4907701019999999</c:v>
                </c:pt>
                <c:pt idx="47">
                  <c:v>3.4365999700000001</c:v>
                </c:pt>
                <c:pt idx="48">
                  <c:v>3.3749899860000001</c:v>
                </c:pt>
                <c:pt idx="49">
                  <c:v>3.29369998</c:v>
                </c:pt>
                <c:pt idx="50">
                  <c:v>3.1867499349999999</c:v>
                </c:pt>
                <c:pt idx="51">
                  <c:v>3.075320005</c:v>
                </c:pt>
                <c:pt idx="52">
                  <c:v>2.958440065</c:v>
                </c:pt>
                <c:pt idx="53">
                  <c:v>2.83942008</c:v>
                </c:pt>
                <c:pt idx="54">
                  <c:v>2.7220799919999998</c:v>
                </c:pt>
                <c:pt idx="55">
                  <c:v>2.6011099820000001</c:v>
                </c:pt>
                <c:pt idx="56">
                  <c:v>2.4808900359999999</c:v>
                </c:pt>
                <c:pt idx="57">
                  <c:v>2.365119934</c:v>
                </c:pt>
                <c:pt idx="58">
                  <c:v>2.2537999150000001</c:v>
                </c:pt>
                <c:pt idx="59">
                  <c:v>2.1447100639999999</c:v>
                </c:pt>
                <c:pt idx="60">
                  <c:v>4.2608499530000001</c:v>
                </c:pt>
                <c:pt idx="61">
                  <c:v>4.2469401360000001</c:v>
                </c:pt>
                <c:pt idx="62">
                  <c:v>4.2274599080000002</c:v>
                </c:pt>
                <c:pt idx="63">
                  <c:v>4.200560093</c:v>
                </c:pt>
                <c:pt idx="64">
                  <c:v>4.1625199320000004</c:v>
                </c:pt>
                <c:pt idx="65">
                  <c:v>4.1192398069999996</c:v>
                </c:pt>
                <c:pt idx="66">
                  <c:v>4.0653400419999999</c:v>
                </c:pt>
                <c:pt idx="67">
                  <c:v>4.0019302369999998</c:v>
                </c:pt>
                <c:pt idx="68">
                  <c:v>3.930069923</c:v>
                </c:pt>
                <c:pt idx="69">
                  <c:v>3.844899893</c:v>
                </c:pt>
                <c:pt idx="70">
                  <c:v>3.7458300590000002</c:v>
                </c:pt>
                <c:pt idx="71">
                  <c:v>3.6285700799999998</c:v>
                </c:pt>
                <c:pt idx="72">
                  <c:v>3.5058100219999999</c:v>
                </c:pt>
                <c:pt idx="73">
                  <c:v>3.3791499140000001</c:v>
                </c:pt>
                <c:pt idx="74">
                  <c:v>3.2493500709999998</c:v>
                </c:pt>
                <c:pt idx="75">
                  <c:v>3.11687994</c:v>
                </c:pt>
                <c:pt idx="76">
                  <c:v>2.9881300930000001</c:v>
                </c:pt>
                <c:pt idx="77">
                  <c:v>2.86345005</c:v>
                </c:pt>
                <c:pt idx="78">
                  <c:v>2.740259886</c:v>
                </c:pt>
                <c:pt idx="79">
                  <c:v>2.6230099199999999</c:v>
                </c:pt>
                <c:pt idx="80">
                  <c:v>4.877550125</c:v>
                </c:pt>
                <c:pt idx="81">
                  <c:v>4.8653101919999999</c:v>
                </c:pt>
                <c:pt idx="82">
                  <c:v>4.8487901689999999</c:v>
                </c:pt>
                <c:pt idx="83">
                  <c:v>4.8285698889999997</c:v>
                </c:pt>
                <c:pt idx="84">
                  <c:v>4.7959198949999999</c:v>
                </c:pt>
                <c:pt idx="85">
                  <c:v>4.7489800449999997</c:v>
                </c:pt>
                <c:pt idx="86">
                  <c:v>4.6928601260000002</c:v>
                </c:pt>
                <c:pt idx="87">
                  <c:v>4.627550125</c:v>
                </c:pt>
                <c:pt idx="88">
                  <c:v>4.558159828</c:v>
                </c:pt>
                <c:pt idx="89">
                  <c:v>4.4777398110000002</c:v>
                </c:pt>
                <c:pt idx="90">
                  <c:v>4.3756999969999999</c:v>
                </c:pt>
                <c:pt idx="91">
                  <c:v>4.2604799270000004</c:v>
                </c:pt>
                <c:pt idx="92">
                  <c:v>4.1327900890000002</c:v>
                </c:pt>
                <c:pt idx="93">
                  <c:v>3.9962899680000001</c:v>
                </c:pt>
                <c:pt idx="94">
                  <c:v>3.8534200190000001</c:v>
                </c:pt>
                <c:pt idx="95">
                  <c:v>3.7142899040000001</c:v>
                </c:pt>
                <c:pt idx="96">
                  <c:v>3.5777399540000001</c:v>
                </c:pt>
                <c:pt idx="97">
                  <c:v>3.4449601169999999</c:v>
                </c:pt>
                <c:pt idx="98">
                  <c:v>3.316509962</c:v>
                </c:pt>
                <c:pt idx="99">
                  <c:v>3.1948099139999999</c:v>
                </c:pt>
                <c:pt idx="100">
                  <c:v>5.5389599799999996</c:v>
                </c:pt>
                <c:pt idx="101">
                  <c:v>5.5306100850000002</c:v>
                </c:pt>
                <c:pt idx="102">
                  <c:v>5.513909817</c:v>
                </c:pt>
                <c:pt idx="103">
                  <c:v>5.4917402270000002</c:v>
                </c:pt>
                <c:pt idx="104">
                  <c:v>5.4561200139999997</c:v>
                </c:pt>
                <c:pt idx="105">
                  <c:v>5.4104299549999997</c:v>
                </c:pt>
                <c:pt idx="106">
                  <c:v>5.3573298449999998</c:v>
                </c:pt>
                <c:pt idx="107">
                  <c:v>5.2905402180000003</c:v>
                </c:pt>
                <c:pt idx="108">
                  <c:v>5.2170701030000002</c:v>
                </c:pt>
                <c:pt idx="109">
                  <c:v>5.1307601930000004</c:v>
                </c:pt>
                <c:pt idx="110">
                  <c:v>5.0326499939999998</c:v>
                </c:pt>
                <c:pt idx="111">
                  <c:v>4.9163999560000002</c:v>
                </c:pt>
                <c:pt idx="112">
                  <c:v>4.7754101750000002</c:v>
                </c:pt>
                <c:pt idx="113">
                  <c:v>4.6289401049999999</c:v>
                </c:pt>
                <c:pt idx="114">
                  <c:v>4.4775500299999997</c:v>
                </c:pt>
                <c:pt idx="115">
                  <c:v>4.3231902120000001</c:v>
                </c:pt>
                <c:pt idx="116">
                  <c:v>4.1688299180000001</c:v>
                </c:pt>
                <c:pt idx="117">
                  <c:v>4.0204100609999998</c:v>
                </c:pt>
                <c:pt idx="118">
                  <c:v>3.8749499319999998</c:v>
                </c:pt>
                <c:pt idx="119">
                  <c:v>3.7354400160000001</c:v>
                </c:pt>
                <c:pt idx="120">
                  <c:v>6.2226300239999999</c:v>
                </c:pt>
                <c:pt idx="121">
                  <c:v>6.2142901420000003</c:v>
                </c:pt>
                <c:pt idx="122">
                  <c:v>6.1975898740000002</c:v>
                </c:pt>
                <c:pt idx="123">
                  <c:v>6.1808900830000004</c:v>
                </c:pt>
                <c:pt idx="124">
                  <c:v>6.1477799419999997</c:v>
                </c:pt>
                <c:pt idx="125">
                  <c:v>6.1092700960000004</c:v>
                </c:pt>
                <c:pt idx="126">
                  <c:v>6.0707597729999998</c:v>
                </c:pt>
                <c:pt idx="127">
                  <c:v>6.0222601889999998</c:v>
                </c:pt>
                <c:pt idx="128">
                  <c:v>5.9591798779999996</c:v>
                </c:pt>
                <c:pt idx="129">
                  <c:v>5.8803300859999998</c:v>
                </c:pt>
                <c:pt idx="130">
                  <c:v>5.7884998320000003</c:v>
                </c:pt>
                <c:pt idx="131">
                  <c:v>5.6799597740000003</c:v>
                </c:pt>
                <c:pt idx="132">
                  <c:v>5.5511198039999998</c:v>
                </c:pt>
                <c:pt idx="133">
                  <c:v>5.4126200679999998</c:v>
                </c:pt>
                <c:pt idx="134">
                  <c:v>5.2623400690000004</c:v>
                </c:pt>
                <c:pt idx="135">
                  <c:v>5.0954899789999999</c:v>
                </c:pt>
                <c:pt idx="136">
                  <c:v>4.91836977</c:v>
                </c:pt>
                <c:pt idx="137">
                  <c:v>4.7413702009999996</c:v>
                </c:pt>
                <c:pt idx="138">
                  <c:v>4.5677199359999996</c:v>
                </c:pt>
                <c:pt idx="139">
                  <c:v>4.4007401469999996</c:v>
                </c:pt>
                <c:pt idx="140">
                  <c:v>6.5765299800000001</c:v>
                </c:pt>
                <c:pt idx="141">
                  <c:v>6.5612201690000003</c:v>
                </c:pt>
                <c:pt idx="142">
                  <c:v>6.5459198949999999</c:v>
                </c:pt>
                <c:pt idx="143">
                  <c:v>6.5255098340000002</c:v>
                </c:pt>
                <c:pt idx="144">
                  <c:v>6.4949002269999996</c:v>
                </c:pt>
                <c:pt idx="145">
                  <c:v>6.4568200109999996</c:v>
                </c:pt>
                <c:pt idx="146">
                  <c:v>6.4163298610000004</c:v>
                </c:pt>
                <c:pt idx="147">
                  <c:v>6.3662300109999999</c:v>
                </c:pt>
                <c:pt idx="148">
                  <c:v>6.3105797770000001</c:v>
                </c:pt>
                <c:pt idx="149">
                  <c:v>6.2474999430000002</c:v>
                </c:pt>
                <c:pt idx="150">
                  <c:v>6.1658601759999998</c:v>
                </c:pt>
                <c:pt idx="151">
                  <c:v>6.0765299800000001</c:v>
                </c:pt>
                <c:pt idx="152">
                  <c:v>5.9642901420000003</c:v>
                </c:pt>
                <c:pt idx="153">
                  <c:v>5.8240900040000003</c:v>
                </c:pt>
                <c:pt idx="154">
                  <c:v>5.6734700199999999</c:v>
                </c:pt>
                <c:pt idx="155">
                  <c:v>5.5067501070000002</c:v>
                </c:pt>
                <c:pt idx="156">
                  <c:v>5.3298001289999997</c:v>
                </c:pt>
                <c:pt idx="157">
                  <c:v>5.1498098370000003</c:v>
                </c:pt>
                <c:pt idx="158">
                  <c:v>4.9704699520000002</c:v>
                </c:pt>
                <c:pt idx="159">
                  <c:v>4.791130066</c:v>
                </c:pt>
                <c:pt idx="160">
                  <c:v>6.9275498390000001</c:v>
                </c:pt>
                <c:pt idx="161">
                  <c:v>6.9081602100000001</c:v>
                </c:pt>
                <c:pt idx="162">
                  <c:v>6.8868298530000001</c:v>
                </c:pt>
                <c:pt idx="163">
                  <c:v>6.8591799739999999</c:v>
                </c:pt>
                <c:pt idx="164">
                  <c:v>6.8270401950000004</c:v>
                </c:pt>
                <c:pt idx="165">
                  <c:v>6.7931399350000001</c:v>
                </c:pt>
                <c:pt idx="166">
                  <c:v>6.7535700800000003</c:v>
                </c:pt>
                <c:pt idx="167">
                  <c:v>6.7129898069999996</c:v>
                </c:pt>
                <c:pt idx="168">
                  <c:v>6.669469833</c:v>
                </c:pt>
                <c:pt idx="169">
                  <c:v>6.6165099139999999</c:v>
                </c:pt>
                <c:pt idx="170">
                  <c:v>6.5526900289999999</c:v>
                </c:pt>
                <c:pt idx="171">
                  <c:v>6.4769902229999996</c:v>
                </c:pt>
                <c:pt idx="172">
                  <c:v>6.3819999689999998</c:v>
                </c:pt>
                <c:pt idx="173">
                  <c:v>6.2757000920000001</c:v>
                </c:pt>
                <c:pt idx="174">
                  <c:v>6.1321001050000001</c:v>
                </c:pt>
                <c:pt idx="175">
                  <c:v>5.97179985</c:v>
                </c:pt>
                <c:pt idx="176">
                  <c:v>5.7914700510000001</c:v>
                </c:pt>
                <c:pt idx="177">
                  <c:v>5.6061701770000001</c:v>
                </c:pt>
                <c:pt idx="178">
                  <c:v>5.4277601239999997</c:v>
                </c:pt>
                <c:pt idx="179">
                  <c:v>5.2507200239999996</c:v>
                </c:pt>
                <c:pt idx="180">
                  <c:v>7.2438797949999998</c:v>
                </c:pt>
                <c:pt idx="181">
                  <c:v>7.2275500299999997</c:v>
                </c:pt>
                <c:pt idx="182">
                  <c:v>7.2087202069999998</c:v>
                </c:pt>
                <c:pt idx="183">
                  <c:v>7.189799786</c:v>
                </c:pt>
                <c:pt idx="184">
                  <c:v>7.1663298610000004</c:v>
                </c:pt>
                <c:pt idx="185">
                  <c:v>7.1387801169999996</c:v>
                </c:pt>
                <c:pt idx="186">
                  <c:v>7.1085300450000002</c:v>
                </c:pt>
                <c:pt idx="187">
                  <c:v>7.0693898199999996</c:v>
                </c:pt>
                <c:pt idx="188">
                  <c:v>7.02448988</c:v>
                </c:pt>
                <c:pt idx="189">
                  <c:v>6.9739699359999996</c:v>
                </c:pt>
                <c:pt idx="190">
                  <c:v>6.9118700029999998</c:v>
                </c:pt>
                <c:pt idx="191">
                  <c:v>6.8376598360000003</c:v>
                </c:pt>
                <c:pt idx="192">
                  <c:v>6.7498497960000003</c:v>
                </c:pt>
                <c:pt idx="193">
                  <c:v>6.6467499730000004</c:v>
                </c:pt>
                <c:pt idx="194">
                  <c:v>6.5250501630000004</c:v>
                </c:pt>
                <c:pt idx="195">
                  <c:v>6.3825597759999999</c:v>
                </c:pt>
                <c:pt idx="196">
                  <c:v>6.2192897800000004</c:v>
                </c:pt>
                <c:pt idx="197">
                  <c:v>6.0367097850000002</c:v>
                </c:pt>
                <c:pt idx="198">
                  <c:v>5.848659992</c:v>
                </c:pt>
                <c:pt idx="199">
                  <c:v>5.6606101989999997</c:v>
                </c:pt>
                <c:pt idx="200">
                  <c:v>7.5591797830000003</c:v>
                </c:pt>
                <c:pt idx="201">
                  <c:v>7.5510201449999999</c:v>
                </c:pt>
                <c:pt idx="202">
                  <c:v>7.5346899030000003</c:v>
                </c:pt>
                <c:pt idx="203">
                  <c:v>7.5183701520000001</c:v>
                </c:pt>
                <c:pt idx="204">
                  <c:v>7.5020399089999996</c:v>
                </c:pt>
                <c:pt idx="205">
                  <c:v>7.4857101439999996</c:v>
                </c:pt>
                <c:pt idx="206">
                  <c:v>7.4653100969999997</c:v>
                </c:pt>
                <c:pt idx="207">
                  <c:v>7.4367299080000002</c:v>
                </c:pt>
                <c:pt idx="208">
                  <c:v>7.3959197999999997</c:v>
                </c:pt>
                <c:pt idx="209">
                  <c:v>7.3469400409999999</c:v>
                </c:pt>
                <c:pt idx="210">
                  <c:v>7.2979598049999996</c:v>
                </c:pt>
                <c:pt idx="211">
                  <c:v>7.2244901659999998</c:v>
                </c:pt>
                <c:pt idx="212">
                  <c:v>7.1469402310000003</c:v>
                </c:pt>
                <c:pt idx="213">
                  <c:v>7.0530600550000004</c:v>
                </c:pt>
                <c:pt idx="214">
                  <c:v>6.9510197639999998</c:v>
                </c:pt>
                <c:pt idx="215">
                  <c:v>6.8326501850000003</c:v>
                </c:pt>
                <c:pt idx="216">
                  <c:v>6.6883101460000001</c:v>
                </c:pt>
                <c:pt idx="217">
                  <c:v>6.5306100850000002</c:v>
                </c:pt>
                <c:pt idx="218">
                  <c:v>6.338779926</c:v>
                </c:pt>
                <c:pt idx="219">
                  <c:v>6.1428599359999998</c:v>
                </c:pt>
                <c:pt idx="220">
                  <c:v>7.8823699950000004</c:v>
                </c:pt>
                <c:pt idx="221">
                  <c:v>7.8794097900000004</c:v>
                </c:pt>
                <c:pt idx="222">
                  <c:v>7.8764400480000001</c:v>
                </c:pt>
                <c:pt idx="223">
                  <c:v>7.8705902099999996</c:v>
                </c:pt>
                <c:pt idx="224">
                  <c:v>7.8705902099999996</c:v>
                </c:pt>
                <c:pt idx="225">
                  <c:v>7.8650298120000004</c:v>
                </c:pt>
                <c:pt idx="226">
                  <c:v>7.8594598769999999</c:v>
                </c:pt>
                <c:pt idx="227">
                  <c:v>7.8538999560000002</c:v>
                </c:pt>
                <c:pt idx="228">
                  <c:v>7.8427600860000002</c:v>
                </c:pt>
                <c:pt idx="229">
                  <c:v>7.825970173</c:v>
                </c:pt>
                <c:pt idx="230">
                  <c:v>7.7903499600000004</c:v>
                </c:pt>
                <c:pt idx="231">
                  <c:v>7.7458300590000002</c:v>
                </c:pt>
                <c:pt idx="232">
                  <c:v>7.6731901169999999</c:v>
                </c:pt>
                <c:pt idx="233">
                  <c:v>7.6038999560000002</c:v>
                </c:pt>
                <c:pt idx="234">
                  <c:v>7.5</c:v>
                </c:pt>
                <c:pt idx="235">
                  <c:v>7.3896098139999999</c:v>
                </c:pt>
                <c:pt idx="236">
                  <c:v>7.2410898210000001</c:v>
                </c:pt>
                <c:pt idx="237">
                  <c:v>7.07791996</c:v>
                </c:pt>
                <c:pt idx="238">
                  <c:v>6.9090900419999999</c:v>
                </c:pt>
                <c:pt idx="239">
                  <c:v>6.6818199160000002</c:v>
                </c:pt>
                <c:pt idx="240">
                  <c:v>8.2307996750000001</c:v>
                </c:pt>
                <c:pt idx="241">
                  <c:v>8.2307996750000001</c:v>
                </c:pt>
                <c:pt idx="242">
                  <c:v>8.2307996750000001</c:v>
                </c:pt>
                <c:pt idx="243">
                  <c:v>8.2293100359999993</c:v>
                </c:pt>
                <c:pt idx="244">
                  <c:v>8.2278299330000007</c:v>
                </c:pt>
                <c:pt idx="245">
                  <c:v>8.2259101870000002</c:v>
                </c:pt>
                <c:pt idx="246">
                  <c:v>8.2229995729999992</c:v>
                </c:pt>
                <c:pt idx="247">
                  <c:v>8.2224302290000004</c:v>
                </c:pt>
                <c:pt idx="248">
                  <c:v>8.2189197539999999</c:v>
                </c:pt>
                <c:pt idx="249">
                  <c:v>8.2129898069999996</c:v>
                </c:pt>
                <c:pt idx="250">
                  <c:v>8.2055702210000003</c:v>
                </c:pt>
                <c:pt idx="251">
                  <c:v>8.1910200119999992</c:v>
                </c:pt>
                <c:pt idx="252">
                  <c:v>8.1651201249999996</c:v>
                </c:pt>
                <c:pt idx="253">
                  <c:v>8.1280097960000006</c:v>
                </c:pt>
                <c:pt idx="254">
                  <c:v>8.0751304630000007</c:v>
                </c:pt>
                <c:pt idx="255">
                  <c:v>8.0007400509999993</c:v>
                </c:pt>
                <c:pt idx="256">
                  <c:v>7.9087200160000002</c:v>
                </c:pt>
                <c:pt idx="257">
                  <c:v>7.7944297789999997</c:v>
                </c:pt>
                <c:pt idx="258">
                  <c:v>7.6549201010000001</c:v>
                </c:pt>
                <c:pt idx="259">
                  <c:v>7.522819996</c:v>
                </c:pt>
                <c:pt idx="260">
                  <c:v>8.5087995529999993</c:v>
                </c:pt>
                <c:pt idx="261">
                  <c:v>8.5087995529999993</c:v>
                </c:pt>
                <c:pt idx="262">
                  <c:v>8.5087995529999993</c:v>
                </c:pt>
                <c:pt idx="263">
                  <c:v>8.5087995529999993</c:v>
                </c:pt>
                <c:pt idx="264">
                  <c:v>8.5087995529999993</c:v>
                </c:pt>
                <c:pt idx="265">
                  <c:v>8.5087995529999993</c:v>
                </c:pt>
                <c:pt idx="266">
                  <c:v>8.5087995529999993</c:v>
                </c:pt>
                <c:pt idx="267">
                  <c:v>8.5087995529999993</c:v>
                </c:pt>
                <c:pt idx="268">
                  <c:v>8.5087995529999993</c:v>
                </c:pt>
                <c:pt idx="269">
                  <c:v>8.5087995529999993</c:v>
                </c:pt>
                <c:pt idx="270">
                  <c:v>8.5064897540000004</c:v>
                </c:pt>
                <c:pt idx="271">
                  <c:v>8.5012998579999994</c:v>
                </c:pt>
                <c:pt idx="272">
                  <c:v>8.4922103880000002</c:v>
                </c:pt>
                <c:pt idx="273">
                  <c:v>8.4727296830000007</c:v>
                </c:pt>
                <c:pt idx="274">
                  <c:v>8.4441604609999992</c:v>
                </c:pt>
                <c:pt idx="275">
                  <c:v>8.4051904680000007</c:v>
                </c:pt>
                <c:pt idx="276">
                  <c:v>8.3558397289999995</c:v>
                </c:pt>
                <c:pt idx="277">
                  <c:v>8.2922096249999999</c:v>
                </c:pt>
                <c:pt idx="278">
                  <c:v>8.219479561</c:v>
                </c:pt>
                <c:pt idx="279">
                  <c:v>8.1311702730000004</c:v>
                </c:pt>
              </c:numCache>
            </c:numRef>
          </c:xVal>
          <c:yVal>
            <c:numRef>
              <c:f>Sheet1!$B$894:$B$1173</c:f>
              <c:numCache>
                <c:formatCode>General</c:formatCode>
                <c:ptCount val="280"/>
                <c:pt idx="0">
                  <c:v>1.759389997</c:v>
                </c:pt>
                <c:pt idx="1">
                  <c:v>2.0026800630000001</c:v>
                </c:pt>
                <c:pt idx="2">
                  <c:v>2.23803997</c:v>
                </c:pt>
                <c:pt idx="3">
                  <c:v>2.4644100670000002</c:v>
                </c:pt>
                <c:pt idx="4">
                  <c:v>2.6774699690000001</c:v>
                </c:pt>
                <c:pt idx="5">
                  <c:v>2.872400045</c:v>
                </c:pt>
                <c:pt idx="6">
                  <c:v>3.0493800640000002</c:v>
                </c:pt>
                <c:pt idx="7">
                  <c:v>3.212110043</c:v>
                </c:pt>
                <c:pt idx="8">
                  <c:v>3.3548600670000002</c:v>
                </c:pt>
                <c:pt idx="9">
                  <c:v>3.4724299909999998</c:v>
                </c:pt>
                <c:pt idx="10">
                  <c:v>3.5643301009999999</c:v>
                </c:pt>
                <c:pt idx="11">
                  <c:v>3.6250100139999999</c:v>
                </c:pt>
                <c:pt idx="12">
                  <c:v>3.6497299669999999</c:v>
                </c:pt>
                <c:pt idx="13">
                  <c:v>3.6596100329999999</c:v>
                </c:pt>
                <c:pt idx="14">
                  <c:v>3.6629300119999999</c:v>
                </c:pt>
                <c:pt idx="15">
                  <c:v>3.660229921</c:v>
                </c:pt>
                <c:pt idx="16">
                  <c:v>3.6562900539999998</c:v>
                </c:pt>
                <c:pt idx="17">
                  <c:v>3.6485300060000001</c:v>
                </c:pt>
                <c:pt idx="18">
                  <c:v>3.6384599209999999</c:v>
                </c:pt>
                <c:pt idx="19">
                  <c:v>3.6266100410000002</c:v>
                </c:pt>
                <c:pt idx="20">
                  <c:v>2.3469400409999999</c:v>
                </c:pt>
                <c:pt idx="21">
                  <c:v>2.6054298880000002</c:v>
                </c:pt>
                <c:pt idx="22">
                  <c:v>2.8536601070000001</c:v>
                </c:pt>
                <c:pt idx="23">
                  <c:v>3.0865800380000001</c:v>
                </c:pt>
                <c:pt idx="24">
                  <c:v>3.308279991</c:v>
                </c:pt>
                <c:pt idx="25">
                  <c:v>3.51541996</c:v>
                </c:pt>
                <c:pt idx="26">
                  <c:v>3.7149600980000002</c:v>
                </c:pt>
                <c:pt idx="27">
                  <c:v>3.9013299940000001</c:v>
                </c:pt>
                <c:pt idx="28">
                  <c:v>4.0660099980000002</c:v>
                </c:pt>
                <c:pt idx="29">
                  <c:v>4.1913499830000003</c:v>
                </c:pt>
                <c:pt idx="30">
                  <c:v>4.2813000680000002</c:v>
                </c:pt>
                <c:pt idx="31">
                  <c:v>4.3281798360000003</c:v>
                </c:pt>
                <c:pt idx="32">
                  <c:v>4.3524398800000004</c:v>
                </c:pt>
                <c:pt idx="33">
                  <c:v>4.3580198289999998</c:v>
                </c:pt>
                <c:pt idx="34">
                  <c:v>4.3555197720000001</c:v>
                </c:pt>
                <c:pt idx="35">
                  <c:v>4.3453798289999996</c:v>
                </c:pt>
                <c:pt idx="36">
                  <c:v>4.3354301450000001</c:v>
                </c:pt>
                <c:pt idx="37">
                  <c:v>4.3200597759999999</c:v>
                </c:pt>
                <c:pt idx="38">
                  <c:v>4.304289818</c:v>
                </c:pt>
                <c:pt idx="39">
                  <c:v>4.2850499150000001</c:v>
                </c:pt>
                <c:pt idx="40">
                  <c:v>3.113869905</c:v>
                </c:pt>
                <c:pt idx="41">
                  <c:v>3.3875300880000001</c:v>
                </c:pt>
                <c:pt idx="42">
                  <c:v>3.658529997</c:v>
                </c:pt>
                <c:pt idx="43">
                  <c:v>3.9121499059999998</c:v>
                </c:pt>
                <c:pt idx="44">
                  <c:v>4.1547298430000001</c:v>
                </c:pt>
                <c:pt idx="45">
                  <c:v>4.3856501579999998</c:v>
                </c:pt>
                <c:pt idx="46">
                  <c:v>4.602059841</c:v>
                </c:pt>
                <c:pt idx="47">
                  <c:v>4.8064198490000001</c:v>
                </c:pt>
                <c:pt idx="48">
                  <c:v>4.9916400909999998</c:v>
                </c:pt>
                <c:pt idx="49">
                  <c:v>5.1334600449999996</c:v>
                </c:pt>
                <c:pt idx="50">
                  <c:v>5.2179698940000003</c:v>
                </c:pt>
                <c:pt idx="51">
                  <c:v>5.2839798929999997</c:v>
                </c:pt>
                <c:pt idx="52">
                  <c:v>5.3287901880000001</c:v>
                </c:pt>
                <c:pt idx="53">
                  <c:v>5.3583002090000003</c:v>
                </c:pt>
                <c:pt idx="54">
                  <c:v>5.3798799510000004</c:v>
                </c:pt>
                <c:pt idx="55">
                  <c:v>5.3822197909999998</c:v>
                </c:pt>
                <c:pt idx="56">
                  <c:v>5.3739500050000002</c:v>
                </c:pt>
                <c:pt idx="57">
                  <c:v>5.3629899019999998</c:v>
                </c:pt>
                <c:pt idx="58">
                  <c:v>5.3495998379999996</c:v>
                </c:pt>
                <c:pt idx="59">
                  <c:v>5.3290300369999999</c:v>
                </c:pt>
                <c:pt idx="60">
                  <c:v>3.9860599040000002</c:v>
                </c:pt>
                <c:pt idx="61">
                  <c:v>4.305510044</c:v>
                </c:pt>
                <c:pt idx="62">
                  <c:v>4.6138200759999997</c:v>
                </c:pt>
                <c:pt idx="63">
                  <c:v>4.906879902</c:v>
                </c:pt>
                <c:pt idx="64">
                  <c:v>5.1768698689999999</c:v>
                </c:pt>
                <c:pt idx="65">
                  <c:v>5.4335398670000004</c:v>
                </c:pt>
                <c:pt idx="66">
                  <c:v>5.6659197810000004</c:v>
                </c:pt>
                <c:pt idx="67">
                  <c:v>5.8749299050000001</c:v>
                </c:pt>
                <c:pt idx="68">
                  <c:v>6.0615801810000001</c:v>
                </c:pt>
                <c:pt idx="69">
                  <c:v>6.2150602340000001</c:v>
                </c:pt>
                <c:pt idx="70">
                  <c:v>6.3326802249999998</c:v>
                </c:pt>
                <c:pt idx="71">
                  <c:v>6.4040598869999998</c:v>
                </c:pt>
                <c:pt idx="72">
                  <c:v>6.4540901179999999</c:v>
                </c:pt>
                <c:pt idx="73">
                  <c:v>6.4854102129999998</c:v>
                </c:pt>
                <c:pt idx="74">
                  <c:v>6.4989900589999996</c:v>
                </c:pt>
                <c:pt idx="75">
                  <c:v>6.4951801299999996</c:v>
                </c:pt>
                <c:pt idx="76">
                  <c:v>6.4876098630000003</c:v>
                </c:pt>
                <c:pt idx="77">
                  <c:v>6.4771599770000003</c:v>
                </c:pt>
                <c:pt idx="78">
                  <c:v>6.4579100609999998</c:v>
                </c:pt>
                <c:pt idx="79">
                  <c:v>6.4402198789999998</c:v>
                </c:pt>
                <c:pt idx="80">
                  <c:v>5.076600075</c:v>
                </c:pt>
                <c:pt idx="81">
                  <c:v>5.4256801609999998</c:v>
                </c:pt>
                <c:pt idx="82">
                  <c:v>5.76541996</c:v>
                </c:pt>
                <c:pt idx="83">
                  <c:v>6.0964097979999998</c:v>
                </c:pt>
                <c:pt idx="84">
                  <c:v>6.4006099699999996</c:v>
                </c:pt>
                <c:pt idx="85">
                  <c:v>6.6728401179999999</c:v>
                </c:pt>
                <c:pt idx="86">
                  <c:v>6.9222497939999998</c:v>
                </c:pt>
                <c:pt idx="87">
                  <c:v>7.1479001049999997</c:v>
                </c:pt>
                <c:pt idx="88">
                  <c:v>7.3597698210000004</c:v>
                </c:pt>
                <c:pt idx="89">
                  <c:v>7.5423002239999999</c:v>
                </c:pt>
                <c:pt idx="90">
                  <c:v>7.6711602210000001</c:v>
                </c:pt>
                <c:pt idx="91">
                  <c:v>7.7632298469999999</c:v>
                </c:pt>
                <c:pt idx="92">
                  <c:v>7.8188099859999998</c:v>
                </c:pt>
                <c:pt idx="93">
                  <c:v>7.8449897770000003</c:v>
                </c:pt>
                <c:pt idx="94">
                  <c:v>7.8463201519999997</c:v>
                </c:pt>
                <c:pt idx="95">
                  <c:v>7.8452901839999996</c:v>
                </c:pt>
                <c:pt idx="96">
                  <c:v>7.8390498160000002</c:v>
                </c:pt>
                <c:pt idx="97">
                  <c:v>7.8302302360000002</c:v>
                </c:pt>
                <c:pt idx="98">
                  <c:v>7.8201498989999996</c:v>
                </c:pt>
                <c:pt idx="99">
                  <c:v>7.8147897720000001</c:v>
                </c:pt>
                <c:pt idx="100">
                  <c:v>6.3709001540000001</c:v>
                </c:pt>
                <c:pt idx="101">
                  <c:v>6.7536602019999998</c:v>
                </c:pt>
                <c:pt idx="102">
                  <c:v>7.118010044</c:v>
                </c:pt>
                <c:pt idx="103">
                  <c:v>7.4692797659999997</c:v>
                </c:pt>
                <c:pt idx="104">
                  <c:v>7.7894101139999998</c:v>
                </c:pt>
                <c:pt idx="105">
                  <c:v>8.0846300129999999</c:v>
                </c:pt>
                <c:pt idx="106">
                  <c:v>8.3600397110000007</c:v>
                </c:pt>
                <c:pt idx="107">
                  <c:v>8.6006698610000001</c:v>
                </c:pt>
                <c:pt idx="108">
                  <c:v>8.8214902879999997</c:v>
                </c:pt>
                <c:pt idx="109">
                  <c:v>9.0076303499999995</c:v>
                </c:pt>
                <c:pt idx="110">
                  <c:v>9.1604700099999992</c:v>
                </c:pt>
                <c:pt idx="111">
                  <c:v>9.2640895800000003</c:v>
                </c:pt>
                <c:pt idx="112">
                  <c:v>9.3015003200000006</c:v>
                </c:pt>
                <c:pt idx="113">
                  <c:v>9.3171396299999998</c:v>
                </c:pt>
                <c:pt idx="114">
                  <c:v>9.3115701699999995</c:v>
                </c:pt>
                <c:pt idx="115">
                  <c:v>9.2887697199999995</c:v>
                </c:pt>
                <c:pt idx="116">
                  <c:v>9.25529957</c:v>
                </c:pt>
                <c:pt idx="117">
                  <c:v>9.2253198600000008</c:v>
                </c:pt>
                <c:pt idx="118">
                  <c:v>9.1913299599999991</c:v>
                </c:pt>
                <c:pt idx="119">
                  <c:v>9.1606502499999998</c:v>
                </c:pt>
                <c:pt idx="120">
                  <c:v>7.8444099429999996</c:v>
                </c:pt>
                <c:pt idx="121">
                  <c:v>8.2509098049999992</c:v>
                </c:pt>
                <c:pt idx="122">
                  <c:v>8.6374902729999992</c:v>
                </c:pt>
                <c:pt idx="123">
                  <c:v>9.0229902299999996</c:v>
                </c:pt>
                <c:pt idx="124">
                  <c:v>9.3683900799999993</c:v>
                </c:pt>
                <c:pt idx="125">
                  <c:v>9.6987800600000007</c:v>
                </c:pt>
                <c:pt idx="126">
                  <c:v>10.02682018</c:v>
                </c:pt>
                <c:pt idx="127">
                  <c:v>10.32802963</c:v>
                </c:pt>
                <c:pt idx="128">
                  <c:v>10.590239520000001</c:v>
                </c:pt>
                <c:pt idx="129">
                  <c:v>10.80949974</c:v>
                </c:pt>
                <c:pt idx="130">
                  <c:v>10.99174023</c:v>
                </c:pt>
                <c:pt idx="131">
                  <c:v>11.12679005</c:v>
                </c:pt>
                <c:pt idx="132">
                  <c:v>11.204469680000001</c:v>
                </c:pt>
                <c:pt idx="133">
                  <c:v>11.25076962</c:v>
                </c:pt>
                <c:pt idx="134">
                  <c:v>11.25951004</c:v>
                </c:pt>
                <c:pt idx="135">
                  <c:v>11.21745014</c:v>
                </c:pt>
                <c:pt idx="136">
                  <c:v>11.139619830000001</c:v>
                </c:pt>
                <c:pt idx="137">
                  <c:v>11.051969529999999</c:v>
                </c:pt>
                <c:pt idx="138">
                  <c:v>10.962180139999999</c:v>
                </c:pt>
                <c:pt idx="139">
                  <c:v>10.878540040000001</c:v>
                </c:pt>
                <c:pt idx="140">
                  <c:v>8.6613197329999991</c:v>
                </c:pt>
                <c:pt idx="141">
                  <c:v>9.0621204399999993</c:v>
                </c:pt>
                <c:pt idx="142">
                  <c:v>9.4620103800000006</c:v>
                </c:pt>
                <c:pt idx="143">
                  <c:v>9.8485202800000007</c:v>
                </c:pt>
                <c:pt idx="144">
                  <c:v>10.208629609999999</c:v>
                </c:pt>
                <c:pt idx="145">
                  <c:v>10.54841042</c:v>
                </c:pt>
                <c:pt idx="146">
                  <c:v>10.87998962</c:v>
                </c:pt>
                <c:pt idx="147">
                  <c:v>11.18498039</c:v>
                </c:pt>
                <c:pt idx="148">
                  <c:v>11.472990039999999</c:v>
                </c:pt>
                <c:pt idx="149">
                  <c:v>11.738860130000001</c:v>
                </c:pt>
                <c:pt idx="150">
                  <c:v>11.953209879999999</c:v>
                </c:pt>
                <c:pt idx="151">
                  <c:v>12.14325047</c:v>
                </c:pt>
                <c:pt idx="152">
                  <c:v>12.268580439999999</c:v>
                </c:pt>
                <c:pt idx="153">
                  <c:v>12.31482029</c:v>
                </c:pt>
                <c:pt idx="154">
                  <c:v>12.32691956</c:v>
                </c:pt>
                <c:pt idx="155">
                  <c:v>12.28913021</c:v>
                </c:pt>
                <c:pt idx="156">
                  <c:v>12.2159996</c:v>
                </c:pt>
                <c:pt idx="157">
                  <c:v>12.12567997</c:v>
                </c:pt>
                <c:pt idx="158">
                  <c:v>12.0272398</c:v>
                </c:pt>
                <c:pt idx="159">
                  <c:v>11.918239590000001</c:v>
                </c:pt>
                <c:pt idx="160">
                  <c:v>9.5080795299999998</c:v>
                </c:pt>
                <c:pt idx="161">
                  <c:v>9.9079399099999996</c:v>
                </c:pt>
                <c:pt idx="162">
                  <c:v>10.30187988</c:v>
                </c:pt>
                <c:pt idx="163">
                  <c:v>10.67868996</c:v>
                </c:pt>
                <c:pt idx="164">
                  <c:v>11.04255962</c:v>
                </c:pt>
                <c:pt idx="165">
                  <c:v>11.400230410000001</c:v>
                </c:pt>
                <c:pt idx="166">
                  <c:v>11.741450309999999</c:v>
                </c:pt>
                <c:pt idx="167">
                  <c:v>12.077949520000001</c:v>
                </c:pt>
                <c:pt idx="168">
                  <c:v>12.404620169999999</c:v>
                </c:pt>
                <c:pt idx="169">
                  <c:v>12.703889849999999</c:v>
                </c:pt>
                <c:pt idx="170">
                  <c:v>12.971400259999999</c:v>
                </c:pt>
                <c:pt idx="171">
                  <c:v>13.20372963</c:v>
                </c:pt>
                <c:pt idx="172">
                  <c:v>13.38012028</c:v>
                </c:pt>
                <c:pt idx="173">
                  <c:v>13.521269800000001</c:v>
                </c:pt>
                <c:pt idx="174">
                  <c:v>13.55572033</c:v>
                </c:pt>
                <c:pt idx="175">
                  <c:v>13.538379669999999</c:v>
                </c:pt>
                <c:pt idx="176">
                  <c:v>13.45925999</c:v>
                </c:pt>
                <c:pt idx="177">
                  <c:v>13.35863018</c:v>
                </c:pt>
                <c:pt idx="178">
                  <c:v>13.268219950000001</c:v>
                </c:pt>
                <c:pt idx="179">
                  <c:v>13.17226982</c:v>
                </c:pt>
                <c:pt idx="180">
                  <c:v>10.30228996</c:v>
                </c:pt>
                <c:pt idx="181">
                  <c:v>10.71720028</c:v>
                </c:pt>
                <c:pt idx="182">
                  <c:v>11.124779699999999</c:v>
                </c:pt>
                <c:pt idx="183">
                  <c:v>11.531189919999999</c:v>
                </c:pt>
                <c:pt idx="184">
                  <c:v>11.92463017</c:v>
                </c:pt>
                <c:pt idx="185">
                  <c:v>12.306050300000001</c:v>
                </c:pt>
                <c:pt idx="186">
                  <c:v>12.678899769999999</c:v>
                </c:pt>
                <c:pt idx="187">
                  <c:v>13.026209830000001</c:v>
                </c:pt>
                <c:pt idx="188">
                  <c:v>13.35601044</c:v>
                </c:pt>
                <c:pt idx="189">
                  <c:v>13.6683197</c:v>
                </c:pt>
                <c:pt idx="190">
                  <c:v>13.94637966</c:v>
                </c:pt>
                <c:pt idx="191">
                  <c:v>14.188090320000001</c:v>
                </c:pt>
                <c:pt idx="192">
                  <c:v>14.38868046</c:v>
                </c:pt>
                <c:pt idx="193">
                  <c:v>14.542819980000001</c:v>
                </c:pt>
                <c:pt idx="194">
                  <c:v>14.64048004</c:v>
                </c:pt>
                <c:pt idx="195">
                  <c:v>14.674790379999999</c:v>
                </c:pt>
                <c:pt idx="196">
                  <c:v>14.64488983</c:v>
                </c:pt>
                <c:pt idx="197">
                  <c:v>14.554019930000001</c:v>
                </c:pt>
                <c:pt idx="198">
                  <c:v>14.440219880000001</c:v>
                </c:pt>
                <c:pt idx="199">
                  <c:v>14.31805992</c:v>
                </c:pt>
                <c:pt idx="200">
                  <c:v>11.12331009</c:v>
                </c:pt>
                <c:pt idx="201">
                  <c:v>11.56669044</c:v>
                </c:pt>
                <c:pt idx="202">
                  <c:v>11.98768997</c:v>
                </c:pt>
                <c:pt idx="203">
                  <c:v>12.407950400000001</c:v>
                </c:pt>
                <c:pt idx="204">
                  <c:v>12.82746983</c:v>
                </c:pt>
                <c:pt idx="205">
                  <c:v>13.246239660000001</c:v>
                </c:pt>
                <c:pt idx="206">
                  <c:v>13.65293026</c:v>
                </c:pt>
                <c:pt idx="207">
                  <c:v>14.03588963</c:v>
                </c:pt>
                <c:pt idx="208">
                  <c:v>14.383159640000001</c:v>
                </c:pt>
                <c:pt idx="209">
                  <c:v>14.705650329999999</c:v>
                </c:pt>
                <c:pt idx="210">
                  <c:v>15.02612972</c:v>
                </c:pt>
                <c:pt idx="211">
                  <c:v>15.274660109999999</c:v>
                </c:pt>
                <c:pt idx="212">
                  <c:v>15.50868034</c:v>
                </c:pt>
                <c:pt idx="213">
                  <c:v>15.69274044</c:v>
                </c:pt>
                <c:pt idx="214">
                  <c:v>15.849710460000001</c:v>
                </c:pt>
                <c:pt idx="215">
                  <c:v>15.95555019</c:v>
                </c:pt>
                <c:pt idx="216">
                  <c:v>15.981690410000001</c:v>
                </c:pt>
                <c:pt idx="217">
                  <c:v>15.96380997</c:v>
                </c:pt>
                <c:pt idx="218">
                  <c:v>15.840929989999999</c:v>
                </c:pt>
                <c:pt idx="219">
                  <c:v>15.69919968</c:v>
                </c:pt>
                <c:pt idx="220">
                  <c:v>11.99530983</c:v>
                </c:pt>
                <c:pt idx="221">
                  <c:v>12.45987034</c:v>
                </c:pt>
                <c:pt idx="222">
                  <c:v>12.924309729999999</c:v>
                </c:pt>
                <c:pt idx="223">
                  <c:v>13.38053036</c:v>
                </c:pt>
                <c:pt idx="224">
                  <c:v>13.853050229999999</c:v>
                </c:pt>
                <c:pt idx="225">
                  <c:v>14.30969048</c:v>
                </c:pt>
                <c:pt idx="226">
                  <c:v>14.766079899999999</c:v>
                </c:pt>
                <c:pt idx="227">
                  <c:v>15.222240449999999</c:v>
                </c:pt>
                <c:pt idx="228">
                  <c:v>15.66191959</c:v>
                </c:pt>
                <c:pt idx="229">
                  <c:v>16.084539410000001</c:v>
                </c:pt>
                <c:pt idx="230">
                  <c:v>16.450899119999999</c:v>
                </c:pt>
                <c:pt idx="231">
                  <c:v>16.7895298</c:v>
                </c:pt>
                <c:pt idx="232">
                  <c:v>17.042959209999999</c:v>
                </c:pt>
                <c:pt idx="233">
                  <c:v>17.303970339999999</c:v>
                </c:pt>
                <c:pt idx="234">
                  <c:v>17.459199909999999</c:v>
                </c:pt>
                <c:pt idx="235">
                  <c:v>17.591850279999999</c:v>
                </c:pt>
                <c:pt idx="236">
                  <c:v>17.60695076</c:v>
                </c:pt>
                <c:pt idx="237">
                  <c:v>17.574079510000001</c:v>
                </c:pt>
                <c:pt idx="238">
                  <c:v>17.519569400000002</c:v>
                </c:pt>
                <c:pt idx="239">
                  <c:v>17.28506088</c:v>
                </c:pt>
                <c:pt idx="240">
                  <c:v>12.96988964</c:v>
                </c:pt>
                <c:pt idx="241">
                  <c:v>13.44997025</c:v>
                </c:pt>
                <c:pt idx="242">
                  <c:v>13.9300499</c:v>
                </c:pt>
                <c:pt idx="243">
                  <c:v>14.40581989</c:v>
                </c:pt>
                <c:pt idx="244">
                  <c:v>14.881520269999999</c:v>
                </c:pt>
                <c:pt idx="245">
                  <c:v>15.35589981</c:v>
                </c:pt>
                <c:pt idx="246">
                  <c:v>15.827239990000001</c:v>
                </c:pt>
                <c:pt idx="247">
                  <c:v>16.305450440000001</c:v>
                </c:pt>
                <c:pt idx="248">
                  <c:v>16.77485085</c:v>
                </c:pt>
                <c:pt idx="249">
                  <c:v>17.236759190000001</c:v>
                </c:pt>
                <c:pt idx="250">
                  <c:v>17.693920139999999</c:v>
                </c:pt>
                <c:pt idx="251">
                  <c:v>18.129020690000001</c:v>
                </c:pt>
                <c:pt idx="252">
                  <c:v>18.52872086</c:v>
                </c:pt>
                <c:pt idx="253">
                  <c:v>18.892929079999998</c:v>
                </c:pt>
                <c:pt idx="254">
                  <c:v>19.207059860000001</c:v>
                </c:pt>
                <c:pt idx="255">
                  <c:v>19.45278931</c:v>
                </c:pt>
                <c:pt idx="256">
                  <c:v>19.641559600000001</c:v>
                </c:pt>
                <c:pt idx="257">
                  <c:v>19.758499149999999</c:v>
                </c:pt>
                <c:pt idx="258">
                  <c:v>19.793899540000002</c:v>
                </c:pt>
                <c:pt idx="259">
                  <c:v>19.848850250000002</c:v>
                </c:pt>
                <c:pt idx="260">
                  <c:v>13.773180010000001</c:v>
                </c:pt>
                <c:pt idx="261">
                  <c:v>14.25844002</c:v>
                </c:pt>
                <c:pt idx="262">
                  <c:v>14.74368954</c:v>
                </c:pt>
                <c:pt idx="263">
                  <c:v>15.228949549999999</c:v>
                </c:pt>
                <c:pt idx="264">
                  <c:v>15.71420002</c:v>
                </c:pt>
                <c:pt idx="265">
                  <c:v>16.19945908</c:v>
                </c:pt>
                <c:pt idx="266">
                  <c:v>16.684719090000002</c:v>
                </c:pt>
                <c:pt idx="267">
                  <c:v>17.169969559999998</c:v>
                </c:pt>
                <c:pt idx="268">
                  <c:v>17.655229569999999</c:v>
                </c:pt>
                <c:pt idx="269">
                  <c:v>18.14048004</c:v>
                </c:pt>
                <c:pt idx="270">
                  <c:v>18.618579860000001</c:v>
                </c:pt>
                <c:pt idx="271">
                  <c:v>19.087570190000001</c:v>
                </c:pt>
                <c:pt idx="272">
                  <c:v>19.544149399999998</c:v>
                </c:pt>
                <c:pt idx="273">
                  <c:v>19.96767998</c:v>
                </c:pt>
                <c:pt idx="274">
                  <c:v>20.36179924</c:v>
                </c:pt>
                <c:pt idx="275">
                  <c:v>20.72204971</c:v>
                </c:pt>
                <c:pt idx="276">
                  <c:v>21.048049930000001</c:v>
                </c:pt>
                <c:pt idx="277">
                  <c:v>21.326999659999998</c:v>
                </c:pt>
                <c:pt idx="278">
                  <c:v>21.575080870000001</c:v>
                </c:pt>
                <c:pt idx="279">
                  <c:v>21.771160129999998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CFF6-4944-9D04-B464ED5E31F8}"/>
            </c:ext>
          </c:extLst>
        </c:ser>
        <c:ser>
          <c:idx val="7"/>
          <c:order val="7"/>
          <c:tx>
            <c:strRef>
              <c:f>Sheet1!$B$1175</c:f>
              <c:strCache>
                <c:ptCount val="1"/>
                <c:pt idx="0">
                  <c:v>Acp_4001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6400FF"/>
              </a:solidFill>
              <a:ln>
                <a:noFill/>
              </a:ln>
            </c:spPr>
          </c:marker>
          <c:xVal>
            <c:numRef>
              <c:f>Sheet1!$A$1176:$A$1315</c:f>
              <c:numCache>
                <c:formatCode>General</c:formatCode>
                <c:ptCount val="140"/>
                <c:pt idx="0">
                  <c:v>0.97448999999999997</c:v>
                </c:pt>
                <c:pt idx="1">
                  <c:v>0.97346999999999995</c:v>
                </c:pt>
                <c:pt idx="2">
                  <c:v>0.97245000000000004</c:v>
                </c:pt>
                <c:pt idx="3">
                  <c:v>0.97245000000000004</c:v>
                </c:pt>
                <c:pt idx="4">
                  <c:v>0.97040999999999999</c:v>
                </c:pt>
                <c:pt idx="5">
                  <c:v>0.96809000000000001</c:v>
                </c:pt>
                <c:pt idx="6">
                  <c:v>0.96475</c:v>
                </c:pt>
                <c:pt idx="7">
                  <c:v>0.95408000000000004</c:v>
                </c:pt>
                <c:pt idx="8">
                  <c:v>0.93776000000000004</c:v>
                </c:pt>
                <c:pt idx="9">
                  <c:v>0.91800000000000004</c:v>
                </c:pt>
                <c:pt idx="10">
                  <c:v>0.89285999999999999</c:v>
                </c:pt>
                <c:pt idx="11">
                  <c:v>0.86531000000000002</c:v>
                </c:pt>
                <c:pt idx="12">
                  <c:v>0.83570999999999995</c:v>
                </c:pt>
                <c:pt idx="13">
                  <c:v>0.80445</c:v>
                </c:pt>
                <c:pt idx="14">
                  <c:v>0.77346999999999999</c:v>
                </c:pt>
                <c:pt idx="15">
                  <c:v>0.74184000000000005</c:v>
                </c:pt>
                <c:pt idx="16">
                  <c:v>0.71094999999999997</c:v>
                </c:pt>
                <c:pt idx="17">
                  <c:v>0.68061000000000005</c:v>
                </c:pt>
                <c:pt idx="18">
                  <c:v>0.65083000000000002</c:v>
                </c:pt>
                <c:pt idx="19">
                  <c:v>0.62143000000000004</c:v>
                </c:pt>
                <c:pt idx="20">
                  <c:v>1.3389599999999999</c:v>
                </c:pt>
                <c:pt idx="21">
                  <c:v>1.3389599999999999</c:v>
                </c:pt>
                <c:pt idx="22">
                  <c:v>1.3389599999999999</c:v>
                </c:pt>
                <c:pt idx="23">
                  <c:v>1.3389599999999999</c:v>
                </c:pt>
                <c:pt idx="24">
                  <c:v>1.3364100000000001</c:v>
                </c:pt>
                <c:pt idx="25">
                  <c:v>1.3322799999999999</c:v>
                </c:pt>
                <c:pt idx="26">
                  <c:v>1.3298700000000001</c:v>
                </c:pt>
                <c:pt idx="27">
                  <c:v>1.3240400000000001</c:v>
                </c:pt>
                <c:pt idx="28">
                  <c:v>1.3144199999999999</c:v>
                </c:pt>
                <c:pt idx="29">
                  <c:v>1.2935099999999999</c:v>
                </c:pt>
                <c:pt idx="30">
                  <c:v>1.26753</c:v>
                </c:pt>
                <c:pt idx="31">
                  <c:v>1.23688</c:v>
                </c:pt>
                <c:pt idx="32">
                  <c:v>1.20519</c:v>
                </c:pt>
                <c:pt idx="33">
                  <c:v>1.16961</c:v>
                </c:pt>
                <c:pt idx="34">
                  <c:v>1.1324700000000001</c:v>
                </c:pt>
                <c:pt idx="35">
                  <c:v>1.0943400000000001</c:v>
                </c:pt>
                <c:pt idx="36">
                  <c:v>1.05714</c:v>
                </c:pt>
                <c:pt idx="37">
                  <c:v>1.0194799999999999</c:v>
                </c:pt>
                <c:pt idx="38">
                  <c:v>0.98311999999999999</c:v>
                </c:pt>
                <c:pt idx="39">
                  <c:v>0.94804999999999995</c:v>
                </c:pt>
                <c:pt idx="40">
                  <c:v>1.7610399999999999</c:v>
                </c:pt>
                <c:pt idx="41">
                  <c:v>1.7610399999999999</c:v>
                </c:pt>
                <c:pt idx="42">
                  <c:v>1.7610399999999999</c:v>
                </c:pt>
                <c:pt idx="43">
                  <c:v>1.7610399999999999</c:v>
                </c:pt>
                <c:pt idx="44">
                  <c:v>1.7608699999999999</c:v>
                </c:pt>
                <c:pt idx="45">
                  <c:v>1.7582100000000001</c:v>
                </c:pt>
                <c:pt idx="46">
                  <c:v>1.7571399999999999</c:v>
                </c:pt>
                <c:pt idx="47">
                  <c:v>1.7545500000000001</c:v>
                </c:pt>
                <c:pt idx="48">
                  <c:v>1.75065</c:v>
                </c:pt>
                <c:pt idx="49">
                  <c:v>1.7441599999999999</c:v>
                </c:pt>
                <c:pt idx="50">
                  <c:v>1.7305200000000001</c:v>
                </c:pt>
                <c:pt idx="51">
                  <c:v>1.70455</c:v>
                </c:pt>
                <c:pt idx="52">
                  <c:v>1.6692899999999999</c:v>
                </c:pt>
                <c:pt idx="53">
                  <c:v>1.6259699999999999</c:v>
                </c:pt>
                <c:pt idx="54">
                  <c:v>1.58117</c:v>
                </c:pt>
                <c:pt idx="55">
                  <c:v>1.53664</c:v>
                </c:pt>
                <c:pt idx="56">
                  <c:v>1.49397</c:v>
                </c:pt>
                <c:pt idx="57">
                  <c:v>1.4522299999999999</c:v>
                </c:pt>
                <c:pt idx="58">
                  <c:v>1.4114100000000001</c:v>
                </c:pt>
                <c:pt idx="59">
                  <c:v>1.3715200000000001</c:v>
                </c:pt>
                <c:pt idx="60">
                  <c:v>2.2999999999999998</c:v>
                </c:pt>
                <c:pt idx="61">
                  <c:v>2.2999999999999998</c:v>
                </c:pt>
                <c:pt idx="62">
                  <c:v>2.2989799999999998</c:v>
                </c:pt>
                <c:pt idx="63">
                  <c:v>2.29928</c:v>
                </c:pt>
                <c:pt idx="64">
                  <c:v>2.2978900000000002</c:v>
                </c:pt>
                <c:pt idx="65">
                  <c:v>2.2965</c:v>
                </c:pt>
                <c:pt idx="66">
                  <c:v>2.2951100000000002</c:v>
                </c:pt>
                <c:pt idx="67">
                  <c:v>2.2938800000000001</c:v>
                </c:pt>
                <c:pt idx="68">
                  <c:v>2.2898000000000001</c:v>
                </c:pt>
                <c:pt idx="69">
                  <c:v>2.2816299999999998</c:v>
                </c:pt>
                <c:pt idx="70">
                  <c:v>2.2692999999999999</c:v>
                </c:pt>
                <c:pt idx="71">
                  <c:v>2.2530600000000001</c:v>
                </c:pt>
                <c:pt idx="72">
                  <c:v>2.23265</c:v>
                </c:pt>
                <c:pt idx="73">
                  <c:v>2.2050999999999998</c:v>
                </c:pt>
                <c:pt idx="74">
                  <c:v>2.1693899999999999</c:v>
                </c:pt>
                <c:pt idx="75">
                  <c:v>2.1238199999999998</c:v>
                </c:pt>
                <c:pt idx="76">
                  <c:v>2.0734699999999999</c:v>
                </c:pt>
                <c:pt idx="77">
                  <c:v>2.0264099999999998</c:v>
                </c:pt>
                <c:pt idx="78">
                  <c:v>1.97959</c:v>
                </c:pt>
                <c:pt idx="79">
                  <c:v>1.93265</c:v>
                </c:pt>
                <c:pt idx="80">
                  <c:v>2.59796</c:v>
                </c:pt>
                <c:pt idx="81">
                  <c:v>2.59796</c:v>
                </c:pt>
                <c:pt idx="82">
                  <c:v>2.59796</c:v>
                </c:pt>
                <c:pt idx="83">
                  <c:v>2.59796</c:v>
                </c:pt>
                <c:pt idx="84">
                  <c:v>2.59796</c:v>
                </c:pt>
                <c:pt idx="85">
                  <c:v>2.59796</c:v>
                </c:pt>
                <c:pt idx="86">
                  <c:v>2.5981900000000002</c:v>
                </c:pt>
                <c:pt idx="87">
                  <c:v>2.59796</c:v>
                </c:pt>
                <c:pt idx="88">
                  <c:v>2.59592</c:v>
                </c:pt>
                <c:pt idx="89">
                  <c:v>2.5887799999999999</c:v>
                </c:pt>
                <c:pt idx="90">
                  <c:v>2.5734300000000001</c:v>
                </c:pt>
                <c:pt idx="91">
                  <c:v>2.5550999999999999</c:v>
                </c:pt>
                <c:pt idx="92">
                  <c:v>2.5291899999999998</c:v>
                </c:pt>
                <c:pt idx="93">
                  <c:v>2.50102</c:v>
                </c:pt>
                <c:pt idx="94">
                  <c:v>2.4672700000000001</c:v>
                </c:pt>
                <c:pt idx="95">
                  <c:v>2.4328400000000001</c:v>
                </c:pt>
                <c:pt idx="96">
                  <c:v>2.3976099999999998</c:v>
                </c:pt>
                <c:pt idx="97">
                  <c:v>2.3601999999999999</c:v>
                </c:pt>
                <c:pt idx="98">
                  <c:v>2.3214299999999999</c:v>
                </c:pt>
                <c:pt idx="99">
                  <c:v>2.2775500000000002</c:v>
                </c:pt>
                <c:pt idx="100">
                  <c:v>2.92069</c:v>
                </c:pt>
                <c:pt idx="101">
                  <c:v>2.92069</c:v>
                </c:pt>
                <c:pt idx="102">
                  <c:v>2.92069</c:v>
                </c:pt>
                <c:pt idx="103">
                  <c:v>2.91967</c:v>
                </c:pt>
                <c:pt idx="104">
                  <c:v>2.9173499999999999</c:v>
                </c:pt>
                <c:pt idx="105">
                  <c:v>2.91317</c:v>
                </c:pt>
                <c:pt idx="106">
                  <c:v>2.9086099999999999</c:v>
                </c:pt>
                <c:pt idx="107">
                  <c:v>2.9006500000000002</c:v>
                </c:pt>
                <c:pt idx="108">
                  <c:v>2.8898000000000001</c:v>
                </c:pt>
                <c:pt idx="109">
                  <c:v>2.8755999999999999</c:v>
                </c:pt>
                <c:pt idx="110">
                  <c:v>2.8580700000000001</c:v>
                </c:pt>
                <c:pt idx="111">
                  <c:v>2.8380299999999998</c:v>
                </c:pt>
                <c:pt idx="112">
                  <c:v>2.8171599999999999</c:v>
                </c:pt>
                <c:pt idx="113">
                  <c:v>2.7917299999999998</c:v>
                </c:pt>
                <c:pt idx="114">
                  <c:v>2.7654000000000001</c:v>
                </c:pt>
                <c:pt idx="115">
                  <c:v>2.7380800000000001</c:v>
                </c:pt>
                <c:pt idx="116">
                  <c:v>2.7091400000000001</c:v>
                </c:pt>
                <c:pt idx="117">
                  <c:v>2.67964</c:v>
                </c:pt>
                <c:pt idx="118">
                  <c:v>2.65028</c:v>
                </c:pt>
                <c:pt idx="119">
                  <c:v>2.62059</c:v>
                </c:pt>
                <c:pt idx="120">
                  <c:v>3.16614</c:v>
                </c:pt>
                <c:pt idx="121">
                  <c:v>3.16614</c:v>
                </c:pt>
                <c:pt idx="122">
                  <c:v>3.16614</c:v>
                </c:pt>
                <c:pt idx="123">
                  <c:v>3.16614</c:v>
                </c:pt>
                <c:pt idx="124">
                  <c:v>3.16614</c:v>
                </c:pt>
                <c:pt idx="125">
                  <c:v>3.1652300000000002</c:v>
                </c:pt>
                <c:pt idx="126">
                  <c:v>3.1638999999999999</c:v>
                </c:pt>
                <c:pt idx="127">
                  <c:v>3.1609500000000001</c:v>
                </c:pt>
                <c:pt idx="128">
                  <c:v>3.1557499999999998</c:v>
                </c:pt>
                <c:pt idx="129">
                  <c:v>3.14981</c:v>
                </c:pt>
                <c:pt idx="130">
                  <c:v>3.1416499999999998</c:v>
                </c:pt>
                <c:pt idx="131">
                  <c:v>3.1320000000000001</c:v>
                </c:pt>
                <c:pt idx="132">
                  <c:v>3.12087</c:v>
                </c:pt>
                <c:pt idx="133">
                  <c:v>3.10677</c:v>
                </c:pt>
                <c:pt idx="134">
                  <c:v>3.0880800000000002</c:v>
                </c:pt>
                <c:pt idx="135">
                  <c:v>3.0670500000000001</c:v>
                </c:pt>
                <c:pt idx="136">
                  <c:v>3.0441600000000002</c:v>
                </c:pt>
                <c:pt idx="137">
                  <c:v>3.0194800000000002</c:v>
                </c:pt>
                <c:pt idx="138">
                  <c:v>2.9934599999999998</c:v>
                </c:pt>
                <c:pt idx="139">
                  <c:v>2.9678599999999999</c:v>
                </c:pt>
              </c:numCache>
            </c:numRef>
          </c:xVal>
          <c:yVal>
            <c:numRef>
              <c:f>Sheet1!$B$1176:$B$1315</c:f>
              <c:numCache>
                <c:formatCode>General</c:formatCode>
                <c:ptCount val="140"/>
                <c:pt idx="0">
                  <c:v>1.50373</c:v>
                </c:pt>
                <c:pt idx="1">
                  <c:v>1.5817000000000001</c:v>
                </c:pt>
                <c:pt idx="2">
                  <c:v>1.6595599999999999</c:v>
                </c:pt>
                <c:pt idx="3">
                  <c:v>1.73875</c:v>
                </c:pt>
                <c:pt idx="4">
                  <c:v>1.8149500000000001</c:v>
                </c:pt>
                <c:pt idx="5">
                  <c:v>1.89049</c:v>
                </c:pt>
                <c:pt idx="6">
                  <c:v>1.96417</c:v>
                </c:pt>
                <c:pt idx="7">
                  <c:v>2.02556</c:v>
                </c:pt>
                <c:pt idx="8">
                  <c:v>2.0763699999999998</c:v>
                </c:pt>
                <c:pt idx="9">
                  <c:v>2.1196299999999999</c:v>
                </c:pt>
                <c:pt idx="10">
                  <c:v>2.1514600000000002</c:v>
                </c:pt>
                <c:pt idx="11">
                  <c:v>2.17652</c:v>
                </c:pt>
                <c:pt idx="12">
                  <c:v>2.1951800000000001</c:v>
                </c:pt>
                <c:pt idx="13">
                  <c:v>2.2078799999999998</c:v>
                </c:pt>
                <c:pt idx="14">
                  <c:v>2.2181500000000001</c:v>
                </c:pt>
                <c:pt idx="15">
                  <c:v>2.2241900000000001</c:v>
                </c:pt>
                <c:pt idx="16">
                  <c:v>2.2286800000000002</c:v>
                </c:pt>
                <c:pt idx="17">
                  <c:v>2.2313200000000002</c:v>
                </c:pt>
                <c:pt idx="18">
                  <c:v>2.2321599999999999</c:v>
                </c:pt>
                <c:pt idx="19">
                  <c:v>2.2308599999999998</c:v>
                </c:pt>
                <c:pt idx="20">
                  <c:v>2.0009399999999999</c:v>
                </c:pt>
                <c:pt idx="21">
                  <c:v>2.10006</c:v>
                </c:pt>
                <c:pt idx="22">
                  <c:v>2.1991900000000002</c:v>
                </c:pt>
                <c:pt idx="23">
                  <c:v>2.2983199999999999</c:v>
                </c:pt>
                <c:pt idx="24">
                  <c:v>2.3931200000000001</c:v>
                </c:pt>
                <c:pt idx="25">
                  <c:v>2.4849299999999999</c:v>
                </c:pt>
                <c:pt idx="26">
                  <c:v>2.5793699999999999</c:v>
                </c:pt>
                <c:pt idx="27">
                  <c:v>2.6672400000000001</c:v>
                </c:pt>
                <c:pt idx="28">
                  <c:v>2.74736</c:v>
                </c:pt>
                <c:pt idx="29">
                  <c:v>2.8046199999999999</c:v>
                </c:pt>
                <c:pt idx="30">
                  <c:v>2.8498999999999999</c:v>
                </c:pt>
                <c:pt idx="31">
                  <c:v>2.8833799999999998</c:v>
                </c:pt>
                <c:pt idx="32">
                  <c:v>2.9119700000000002</c:v>
                </c:pt>
                <c:pt idx="33">
                  <c:v>2.9295900000000001</c:v>
                </c:pt>
                <c:pt idx="34">
                  <c:v>2.94076</c:v>
                </c:pt>
                <c:pt idx="35">
                  <c:v>2.9465300000000001</c:v>
                </c:pt>
                <c:pt idx="36">
                  <c:v>2.9509500000000002</c:v>
                </c:pt>
                <c:pt idx="37">
                  <c:v>2.9510100000000001</c:v>
                </c:pt>
                <c:pt idx="38">
                  <c:v>2.9506100000000002</c:v>
                </c:pt>
                <c:pt idx="39">
                  <c:v>2.9498500000000001</c:v>
                </c:pt>
                <c:pt idx="40">
                  <c:v>2.6805500000000002</c:v>
                </c:pt>
                <c:pt idx="41">
                  <c:v>2.8017799999999999</c:v>
                </c:pt>
                <c:pt idx="42">
                  <c:v>2.923</c:v>
                </c:pt>
                <c:pt idx="43">
                  <c:v>3.0442300000000002</c:v>
                </c:pt>
                <c:pt idx="44">
                  <c:v>3.1651199999999999</c:v>
                </c:pt>
                <c:pt idx="45">
                  <c:v>3.2810199999999998</c:v>
                </c:pt>
                <c:pt idx="46">
                  <c:v>3.3999199999999998</c:v>
                </c:pt>
                <c:pt idx="47">
                  <c:v>3.5154899999999998</c:v>
                </c:pt>
                <c:pt idx="48">
                  <c:v>3.6280199999999998</c:v>
                </c:pt>
                <c:pt idx="49">
                  <c:v>3.7344499999999998</c:v>
                </c:pt>
                <c:pt idx="50">
                  <c:v>3.8242500000000001</c:v>
                </c:pt>
                <c:pt idx="51">
                  <c:v>3.8846500000000002</c:v>
                </c:pt>
                <c:pt idx="52">
                  <c:v>3.9213399999999998</c:v>
                </c:pt>
                <c:pt idx="53">
                  <c:v>3.9362400000000002</c:v>
                </c:pt>
                <c:pt idx="54">
                  <c:v>3.9441799999999998</c:v>
                </c:pt>
                <c:pt idx="55">
                  <c:v>3.94922</c:v>
                </c:pt>
                <c:pt idx="56">
                  <c:v>3.9551599999999998</c:v>
                </c:pt>
                <c:pt idx="57">
                  <c:v>3.9598599999999999</c:v>
                </c:pt>
                <c:pt idx="58">
                  <c:v>3.96339</c:v>
                </c:pt>
                <c:pt idx="59">
                  <c:v>3.9658000000000002</c:v>
                </c:pt>
                <c:pt idx="60">
                  <c:v>3.71035</c:v>
                </c:pt>
                <c:pt idx="61">
                  <c:v>3.8584499999999999</c:v>
                </c:pt>
                <c:pt idx="62">
                  <c:v>4.00434</c:v>
                </c:pt>
                <c:pt idx="63">
                  <c:v>4.1530699999999996</c:v>
                </c:pt>
                <c:pt idx="64">
                  <c:v>4.2979799999999999</c:v>
                </c:pt>
                <c:pt idx="65">
                  <c:v>4.4427599999999998</c:v>
                </c:pt>
                <c:pt idx="66">
                  <c:v>4.5874100000000002</c:v>
                </c:pt>
                <c:pt idx="67">
                  <c:v>4.7323000000000004</c:v>
                </c:pt>
                <c:pt idx="68">
                  <c:v>4.8700599999999996</c:v>
                </c:pt>
                <c:pt idx="69">
                  <c:v>4.9972099999999999</c:v>
                </c:pt>
                <c:pt idx="70">
                  <c:v>5.1129699999999998</c:v>
                </c:pt>
                <c:pt idx="71">
                  <c:v>5.2175200000000004</c:v>
                </c:pt>
                <c:pt idx="72">
                  <c:v>5.3097000000000003</c:v>
                </c:pt>
                <c:pt idx="73">
                  <c:v>5.3811200000000001</c:v>
                </c:pt>
                <c:pt idx="74">
                  <c:v>5.4283299999999999</c:v>
                </c:pt>
                <c:pt idx="75">
                  <c:v>5.4460100000000002</c:v>
                </c:pt>
                <c:pt idx="76">
                  <c:v>5.4472300000000002</c:v>
                </c:pt>
                <c:pt idx="77">
                  <c:v>5.4539099999999996</c:v>
                </c:pt>
                <c:pt idx="78">
                  <c:v>5.4577600000000004</c:v>
                </c:pt>
                <c:pt idx="79">
                  <c:v>5.4577299999999997</c:v>
                </c:pt>
                <c:pt idx="80">
                  <c:v>4.35764</c:v>
                </c:pt>
                <c:pt idx="81">
                  <c:v>4.5199699999999998</c:v>
                </c:pt>
                <c:pt idx="82">
                  <c:v>4.6822900000000001</c:v>
                </c:pt>
                <c:pt idx="83">
                  <c:v>4.8446199999999999</c:v>
                </c:pt>
                <c:pt idx="84">
                  <c:v>5.0069499999999998</c:v>
                </c:pt>
                <c:pt idx="85">
                  <c:v>5.16927</c:v>
                </c:pt>
                <c:pt idx="86">
                  <c:v>5.3322000000000003</c:v>
                </c:pt>
                <c:pt idx="87">
                  <c:v>5.4939299999999998</c:v>
                </c:pt>
                <c:pt idx="88">
                  <c:v>5.6508599999999998</c:v>
                </c:pt>
                <c:pt idx="89">
                  <c:v>5.79392</c:v>
                </c:pt>
                <c:pt idx="90">
                  <c:v>5.9139999999999997</c:v>
                </c:pt>
                <c:pt idx="91">
                  <c:v>6.0245199999999999</c:v>
                </c:pt>
                <c:pt idx="92">
                  <c:v>6.11233</c:v>
                </c:pt>
                <c:pt idx="93">
                  <c:v>6.1917099999999996</c:v>
                </c:pt>
                <c:pt idx="94">
                  <c:v>6.2529300000000001</c:v>
                </c:pt>
                <c:pt idx="95">
                  <c:v>6.3096300000000003</c:v>
                </c:pt>
                <c:pt idx="96">
                  <c:v>6.3613299999999997</c:v>
                </c:pt>
                <c:pt idx="97">
                  <c:v>6.40395</c:v>
                </c:pt>
                <c:pt idx="98">
                  <c:v>6.4396599999999999</c:v>
                </c:pt>
                <c:pt idx="99">
                  <c:v>6.45716</c:v>
                </c:pt>
                <c:pt idx="100">
                  <c:v>5.1213899999999999</c:v>
                </c:pt>
                <c:pt idx="101">
                  <c:v>5.2986000000000004</c:v>
                </c:pt>
                <c:pt idx="102">
                  <c:v>5.4758100000000001</c:v>
                </c:pt>
                <c:pt idx="103">
                  <c:v>5.6503800000000002</c:v>
                </c:pt>
                <c:pt idx="104">
                  <c:v>5.8213900000000001</c:v>
                </c:pt>
                <c:pt idx="105">
                  <c:v>5.9872100000000001</c:v>
                </c:pt>
                <c:pt idx="106">
                  <c:v>6.1516099999999998</c:v>
                </c:pt>
                <c:pt idx="107">
                  <c:v>6.30619</c:v>
                </c:pt>
                <c:pt idx="108">
                  <c:v>6.4519399999999996</c:v>
                </c:pt>
                <c:pt idx="109">
                  <c:v>6.58725</c:v>
                </c:pt>
                <c:pt idx="110">
                  <c:v>6.7117599999999999</c:v>
                </c:pt>
                <c:pt idx="111">
                  <c:v>6.8275300000000003</c:v>
                </c:pt>
                <c:pt idx="112">
                  <c:v>6.9392300000000002</c:v>
                </c:pt>
                <c:pt idx="113">
                  <c:v>7.0356399999999999</c:v>
                </c:pt>
                <c:pt idx="114">
                  <c:v>7.1273799999999996</c:v>
                </c:pt>
                <c:pt idx="115">
                  <c:v>7.2140599999999999</c:v>
                </c:pt>
                <c:pt idx="116">
                  <c:v>7.2936300000000003</c:v>
                </c:pt>
                <c:pt idx="117">
                  <c:v>7.3692299999999999</c:v>
                </c:pt>
                <c:pt idx="118">
                  <c:v>7.4429999999999996</c:v>
                </c:pt>
                <c:pt idx="119">
                  <c:v>7.5134499999999997</c:v>
                </c:pt>
                <c:pt idx="120">
                  <c:v>5.74587</c:v>
                </c:pt>
                <c:pt idx="121">
                  <c:v>5.93405</c:v>
                </c:pt>
                <c:pt idx="122">
                  <c:v>6.1222200000000004</c:v>
                </c:pt>
                <c:pt idx="123">
                  <c:v>6.3103899999999999</c:v>
                </c:pt>
                <c:pt idx="124">
                  <c:v>6.4985600000000003</c:v>
                </c:pt>
                <c:pt idx="125">
                  <c:v>6.6841499999999998</c:v>
                </c:pt>
                <c:pt idx="126">
                  <c:v>6.86843</c:v>
                </c:pt>
                <c:pt idx="127">
                  <c:v>7.0478699999999996</c:v>
                </c:pt>
                <c:pt idx="128">
                  <c:v>7.2203900000000001</c:v>
                </c:pt>
                <c:pt idx="129">
                  <c:v>7.3902400000000004</c:v>
                </c:pt>
                <c:pt idx="130">
                  <c:v>7.5528000000000004</c:v>
                </c:pt>
                <c:pt idx="131">
                  <c:v>7.7100900000000001</c:v>
                </c:pt>
                <c:pt idx="132">
                  <c:v>7.8619500000000002</c:v>
                </c:pt>
                <c:pt idx="133">
                  <c:v>8.0035100000000003</c:v>
                </c:pt>
                <c:pt idx="134">
                  <c:v>8.1292600000000004</c:v>
                </c:pt>
                <c:pt idx="135">
                  <c:v>8.2459900000000008</c:v>
                </c:pt>
                <c:pt idx="136">
                  <c:v>8.3550199999999997</c:v>
                </c:pt>
                <c:pt idx="137">
                  <c:v>8.4564299999999992</c:v>
                </c:pt>
                <c:pt idx="138">
                  <c:v>8.5514799999999997</c:v>
                </c:pt>
                <c:pt idx="139">
                  <c:v>8.6459600000000005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CFF6-4944-9D04-B464ED5E31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8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200" b="0" i="0">
                    <a:solidFill>
                      <a:srgbClr val="253746"/>
                    </a:solidFill>
                    <a:latin typeface="Arial"/>
                  </a:rPr>
                  <a:t>W</a:t>
                </a:r>
                <a:r>
                  <a:rPr lang="en-US" sz="1200" b="0" i="0" baseline="-25000">
                    <a:solidFill>
                      <a:srgbClr val="253746"/>
                    </a:solidFill>
                    <a:latin typeface="Arial"/>
                  </a:rPr>
                  <a:t>c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B5B7BB"/>
            </a:solidFill>
          </a:ln>
        </c:spPr>
        <c:txPr>
          <a:bodyPr/>
          <a:lstStyle/>
          <a:p>
            <a:pPr>
              <a:defRPr sz="1100">
                <a:solidFill>
                  <a:srgbClr val="77797C"/>
                </a:solidFill>
              </a:defRPr>
            </a:pPr>
            <a:endParaRPr lang="en-US"/>
          </a:p>
        </c:txPr>
        <c:crossAx val="-2129643912"/>
        <c:crosses val="min"/>
        <c:crossBetween val="midCat"/>
        <c:majorUnit val="3"/>
      </c:valAx>
      <c:valAx>
        <c:axId val="-2129643912"/>
        <c:scaling>
          <c:orientation val="minMax"/>
          <c:max val="2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en-US" sz="1200" b="0" i="0">
                    <a:solidFill>
                      <a:srgbClr val="253746"/>
                    </a:solidFill>
                    <a:latin typeface="Arial"/>
                  </a:rPr>
                  <a:t>R</a:t>
                </a:r>
                <a:r>
                  <a:rPr lang="en-US" sz="1200" b="0" i="0" baseline="-25000">
                    <a:solidFill>
                      <a:srgbClr val="253746"/>
                    </a:solidFill>
                    <a:latin typeface="Arial"/>
                  </a:rPr>
                  <a:t>c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B5B7BB"/>
            </a:solidFill>
          </a:ln>
        </c:spPr>
        <c:txPr>
          <a:bodyPr/>
          <a:lstStyle/>
          <a:p>
            <a:pPr>
              <a:defRPr sz="1100">
                <a:solidFill>
                  <a:srgbClr val="77797C"/>
                </a:solidFill>
              </a:defRPr>
            </a:pPr>
            <a:endParaRPr lang="en-US"/>
          </a:p>
        </c:txPr>
        <c:crossAx val="-2128940872"/>
        <c:crosses val="min"/>
        <c:crossBetween val="midCat"/>
        <c:majorUnit val="5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solidFill>
            <a:srgbClr val="77797C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3"/>
          <c:y val="0.04"/>
          <c:w val="0.83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ASME-94-GT-73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Sheet1!$A$2:$A$121</c:f>
              <c:numCache>
                <c:formatCode>General</c:formatCode>
                <c:ptCount val="120"/>
                <c:pt idx="0">
                  <c:v>-1.3054656018558402</c:v>
                </c:pt>
                <c:pt idx="1">
                  <c:v>-1.3058341440960681</c:v>
                </c:pt>
                <c:pt idx="2">
                  <c:v>-1.3060885840837895</c:v>
                </c:pt>
                <c:pt idx="3">
                  <c:v>-1.3084143415461609</c:v>
                </c:pt>
                <c:pt idx="4">
                  <c:v>-1.3143118369975424</c:v>
                </c:pt>
                <c:pt idx="5">
                  <c:v>-1.3238952932209895</c:v>
                </c:pt>
                <c:pt idx="6">
                  <c:v>-1.3393762448958182</c:v>
                </c:pt>
                <c:pt idx="7">
                  <c:v>-1.365079328099448</c:v>
                </c:pt>
                <c:pt idx="8">
                  <c:v>-1.3952798319393469</c:v>
                </c:pt>
                <c:pt idx="9">
                  <c:v>-1.430500392944217</c:v>
                </c:pt>
                <c:pt idx="10">
                  <c:v>-1.4715256569489228</c:v>
                </c:pt>
                <c:pt idx="11">
                  <c:v>-1.5191277988942515</c:v>
                </c:pt>
                <c:pt idx="12">
                  <c:v>-1.5738306606143897</c:v>
                </c:pt>
                <c:pt idx="13">
                  <c:v>-1.6300748910938716</c:v>
                </c:pt>
                <c:pt idx="14">
                  <c:v>-1.6868384234235494</c:v>
                </c:pt>
                <c:pt idx="15">
                  <c:v>-1.7461822656984982</c:v>
                </c:pt>
                <c:pt idx="16">
                  <c:v>-1.8048143991911187</c:v>
                </c:pt>
                <c:pt idx="17">
                  <c:v>-1.8622289330835693</c:v>
                </c:pt>
                <c:pt idx="18">
                  <c:v>-1.9196435232236091</c:v>
                </c:pt>
                <c:pt idx="19">
                  <c:v>-1.9770580571160596</c:v>
                </c:pt>
                <c:pt idx="20">
                  <c:v>-0.64420620640582005</c:v>
                </c:pt>
                <c:pt idx="21">
                  <c:v>-0.64420620640582005</c:v>
                </c:pt>
                <c:pt idx="22">
                  <c:v>-0.64420620640582005</c:v>
                </c:pt>
                <c:pt idx="23">
                  <c:v>-0.64420620640582005</c:v>
                </c:pt>
                <c:pt idx="24">
                  <c:v>-0.64420620640582005</c:v>
                </c:pt>
                <c:pt idx="25">
                  <c:v>-0.64420620640582005</c:v>
                </c:pt>
                <c:pt idx="26">
                  <c:v>-0.64420620640582005</c:v>
                </c:pt>
                <c:pt idx="27">
                  <c:v>-0.64420620640582005</c:v>
                </c:pt>
                <c:pt idx="28">
                  <c:v>-0.64789216717788567</c:v>
                </c:pt>
                <c:pt idx="29">
                  <c:v>-0.66189868472459512</c:v>
                </c:pt>
                <c:pt idx="30">
                  <c:v>-0.68327736487653201</c:v>
                </c:pt>
                <c:pt idx="31">
                  <c:v>-0.72327756477911886</c:v>
                </c:pt>
                <c:pt idx="32">
                  <c:v>-0.77165655825051371</c:v>
                </c:pt>
                <c:pt idx="33">
                  <c:v>-0.82159044400878556</c:v>
                </c:pt>
                <c:pt idx="34">
                  <c:v>-0.87509858282684472</c:v>
                </c:pt>
                <c:pt idx="35">
                  <c:v>-0.93516862969141246</c:v>
                </c:pt>
                <c:pt idx="36">
                  <c:v>-0.99788232932213272</c:v>
                </c:pt>
                <c:pt idx="37">
                  <c:v>-1.0607804326565704</c:v>
                </c:pt>
                <c:pt idx="38">
                  <c:v>-1.1247759103868107</c:v>
                </c:pt>
                <c:pt idx="39">
                  <c:v>-1.1887713961524209</c:v>
                </c:pt>
                <c:pt idx="40">
                  <c:v>-0.19427462857994326</c:v>
                </c:pt>
                <c:pt idx="41">
                  <c:v>-0.19427462857994326</c:v>
                </c:pt>
                <c:pt idx="42">
                  <c:v>-0.19427462857994326</c:v>
                </c:pt>
                <c:pt idx="43">
                  <c:v>-0.19427462857994326</c:v>
                </c:pt>
                <c:pt idx="44">
                  <c:v>-0.19427462857994326</c:v>
                </c:pt>
                <c:pt idx="45">
                  <c:v>-0.19427462857994326</c:v>
                </c:pt>
                <c:pt idx="46">
                  <c:v>-0.19427462857994326</c:v>
                </c:pt>
                <c:pt idx="47">
                  <c:v>-0.19427462857994326</c:v>
                </c:pt>
                <c:pt idx="48">
                  <c:v>-0.19427462857994326</c:v>
                </c:pt>
                <c:pt idx="49">
                  <c:v>-0.19427462857994326</c:v>
                </c:pt>
                <c:pt idx="50">
                  <c:v>-0.20342032588688763</c:v>
                </c:pt>
                <c:pt idx="51">
                  <c:v>-0.22991318952674458</c:v>
                </c:pt>
                <c:pt idx="52">
                  <c:v>-0.26676492258490359</c:v>
                </c:pt>
                <c:pt idx="53">
                  <c:v>-0.31099648399117064</c:v>
                </c:pt>
                <c:pt idx="54">
                  <c:v>-0.35749058860484612</c:v>
                </c:pt>
                <c:pt idx="55">
                  <c:v>-0.40830549642450126</c:v>
                </c:pt>
                <c:pt idx="56">
                  <c:v>-0.46470059097375921</c:v>
                </c:pt>
                <c:pt idx="57">
                  <c:v>-0.52478045706033849</c:v>
                </c:pt>
                <c:pt idx="58">
                  <c:v>-0.58727061270058378</c:v>
                </c:pt>
                <c:pt idx="59">
                  <c:v>-0.64831412052180515</c:v>
                </c:pt>
                <c:pt idx="60">
                  <c:v>0.38491089611112062</c:v>
                </c:pt>
                <c:pt idx="61">
                  <c:v>0.38491089611112062</c:v>
                </c:pt>
                <c:pt idx="62">
                  <c:v>0.38491089611112062</c:v>
                </c:pt>
                <c:pt idx="63">
                  <c:v>0.38491089611112062</c:v>
                </c:pt>
                <c:pt idx="64">
                  <c:v>0.38491089611112062</c:v>
                </c:pt>
                <c:pt idx="65">
                  <c:v>0.38491089611112062</c:v>
                </c:pt>
                <c:pt idx="66">
                  <c:v>0.38491089611112062</c:v>
                </c:pt>
                <c:pt idx="67">
                  <c:v>0.38491089611112062</c:v>
                </c:pt>
                <c:pt idx="68">
                  <c:v>0.38491089611112062</c:v>
                </c:pt>
                <c:pt idx="69">
                  <c:v>0.38491089611112062</c:v>
                </c:pt>
                <c:pt idx="70">
                  <c:v>0.38048783478785864</c:v>
                </c:pt>
                <c:pt idx="71">
                  <c:v>0.36992133944684275</c:v>
                </c:pt>
                <c:pt idx="72">
                  <c:v>0.34731416373315843</c:v>
                </c:pt>
                <c:pt idx="73">
                  <c:v>0.30513105113882111</c:v>
                </c:pt>
                <c:pt idx="74">
                  <c:v>0.24359279755780225</c:v>
                </c:pt>
                <c:pt idx="75">
                  <c:v>0.18900212567213642</c:v>
                </c:pt>
                <c:pt idx="76">
                  <c:v>0.13101429224379643</c:v>
                </c:pt>
                <c:pt idx="77">
                  <c:v>6.9106291117064997E-2</c:v>
                </c:pt>
                <c:pt idx="78">
                  <c:v>1.6898371572434883E-2</c:v>
                </c:pt>
                <c:pt idx="79">
                  <c:v>-3.4058778365099351E-2</c:v>
                </c:pt>
                <c:pt idx="80">
                  <c:v>1.1233294649251866</c:v>
                </c:pt>
                <c:pt idx="81">
                  <c:v>1.1233294649251866</c:v>
                </c:pt>
                <c:pt idx="82">
                  <c:v>1.1233294649251866</c:v>
                </c:pt>
                <c:pt idx="83">
                  <c:v>1.1233294649251866</c:v>
                </c:pt>
                <c:pt idx="84">
                  <c:v>1.1233294649251866</c:v>
                </c:pt>
                <c:pt idx="85">
                  <c:v>1.1233294649251866</c:v>
                </c:pt>
                <c:pt idx="86">
                  <c:v>1.1233294649251866</c:v>
                </c:pt>
                <c:pt idx="87">
                  <c:v>1.1233294649251866</c:v>
                </c:pt>
                <c:pt idx="88">
                  <c:v>1.1233294649251866</c:v>
                </c:pt>
                <c:pt idx="89">
                  <c:v>1.1201348991636721</c:v>
                </c:pt>
                <c:pt idx="90">
                  <c:v>1.1098746960523092</c:v>
                </c:pt>
                <c:pt idx="91">
                  <c:v>1.0949476384950736</c:v>
                </c:pt>
                <c:pt idx="92">
                  <c:v>1.0630027040632177</c:v>
                </c:pt>
                <c:pt idx="93">
                  <c:v>1.0218428556481427</c:v>
                </c:pt>
                <c:pt idx="94">
                  <c:v>0.97505684211692611</c:v>
                </c:pt>
                <c:pt idx="95">
                  <c:v>0.9266289935965708</c:v>
                </c:pt>
                <c:pt idx="96">
                  <c:v>0.86580436925128501</c:v>
                </c:pt>
                <c:pt idx="97">
                  <c:v>0.79875250198024239</c:v>
                </c:pt>
                <c:pt idx="98">
                  <c:v>0.7324966345217252</c:v>
                </c:pt>
                <c:pt idx="99">
                  <c:v>0.66624052600211137</c:v>
                </c:pt>
                <c:pt idx="100">
                  <c:v>1.3764314992758262</c:v>
                </c:pt>
                <c:pt idx="101">
                  <c:v>1.3764314992758262</c:v>
                </c:pt>
                <c:pt idx="102">
                  <c:v>1.3764314992758262</c:v>
                </c:pt>
                <c:pt idx="103">
                  <c:v>1.3764314992758262</c:v>
                </c:pt>
                <c:pt idx="104">
                  <c:v>1.3764314992758262</c:v>
                </c:pt>
                <c:pt idx="105">
                  <c:v>1.3764314992758262</c:v>
                </c:pt>
                <c:pt idx="106">
                  <c:v>1.3764314992758262</c:v>
                </c:pt>
                <c:pt idx="107">
                  <c:v>1.3764314992758262</c:v>
                </c:pt>
                <c:pt idx="108">
                  <c:v>1.3752025215918857</c:v>
                </c:pt>
                <c:pt idx="109">
                  <c:v>1.3722536613710157</c:v>
                </c:pt>
                <c:pt idx="110">
                  <c:v>1.3664335143902422</c:v>
                </c:pt>
                <c:pt idx="111">
                  <c:v>1.3525953458782005</c:v>
                </c:pt>
                <c:pt idx="112">
                  <c:v>1.3314628373183632</c:v>
                </c:pt>
                <c:pt idx="113">
                  <c:v>1.3002260198584925</c:v>
                </c:pt>
                <c:pt idx="114">
                  <c:v>1.2594986591572694</c:v>
                </c:pt>
                <c:pt idx="115">
                  <c:v>1.2073690523276346</c:v>
                </c:pt>
                <c:pt idx="116">
                  <c:v>1.152079833595528</c:v>
                </c:pt>
                <c:pt idx="117">
                  <c:v>1.0947158341443461</c:v>
                </c:pt>
                <c:pt idx="118">
                  <c:v>1.0321636534838829</c:v>
                </c:pt>
                <c:pt idx="119">
                  <c:v>0.96827377658480107</c:v>
                </c:pt>
              </c:numCache>
            </c:numRef>
          </c:xVal>
          <c:yVal>
            <c:numRef>
              <c:f>Sheet1!$B$2:$B$121</c:f>
              <c:numCache>
                <c:formatCode>General</c:formatCode>
                <c:ptCount val="120"/>
                <c:pt idx="0">
                  <c:v>-1.7245101144499975</c:v>
                </c:pt>
                <c:pt idx="1">
                  <c:v>-1.6654476687162065</c:v>
                </c:pt>
                <c:pt idx="2">
                  <c:v>-1.6067316665710214</c:v>
                </c:pt>
                <c:pt idx="3">
                  <c:v>-1.5490102028547494</c:v>
                </c:pt>
                <c:pt idx="4">
                  <c:v>-1.4937447041001009</c:v>
                </c:pt>
                <c:pt idx="5">
                  <c:v>-1.4393228235156965</c:v>
                </c:pt>
                <c:pt idx="6">
                  <c:v>-1.3908072212225828</c:v>
                </c:pt>
                <c:pt idx="7">
                  <c:v>-1.3484747101411261</c:v>
                </c:pt>
                <c:pt idx="8">
                  <c:v>-1.3098073272951165</c:v>
                </c:pt>
                <c:pt idx="9">
                  <c:v>-1.2755598656292348</c:v>
                </c:pt>
                <c:pt idx="10">
                  <c:v>-1.2461568344448444</c:v>
                </c:pt>
                <c:pt idx="11">
                  <c:v>-1.2220573476404795</c:v>
                </c:pt>
                <c:pt idx="12">
                  <c:v>-1.2048868336029115</c:v>
                </c:pt>
                <c:pt idx="13">
                  <c:v>-1.1904167703996564</c:v>
                </c:pt>
                <c:pt idx="14">
                  <c:v>-1.177760501809247</c:v>
                </c:pt>
                <c:pt idx="15">
                  <c:v>-1.1672137052873619</c:v>
                </c:pt>
                <c:pt idx="16">
                  <c:v>-1.1590402091774947</c:v>
                </c:pt>
                <c:pt idx="17">
                  <c:v>-1.1514866995753685</c:v>
                </c:pt>
                <c:pt idx="18">
                  <c:v>-1.1456401449301044</c:v>
                </c:pt>
                <c:pt idx="19">
                  <c:v>-1.1415274686759636</c:v>
                </c:pt>
                <c:pt idx="20">
                  <c:v>-1.3364500885711159</c:v>
                </c:pt>
                <c:pt idx="21">
                  <c:v>-1.2655452721457565</c:v>
                </c:pt>
                <c:pt idx="22">
                  <c:v>-1.194640456515631</c:v>
                </c:pt>
                <c:pt idx="23">
                  <c:v>-1.1237355454574538</c:v>
                </c:pt>
                <c:pt idx="24">
                  <c:v>-1.0528307298273281</c:v>
                </c:pt>
                <c:pt idx="25">
                  <c:v>-0.98192591340196878</c:v>
                </c:pt>
                <c:pt idx="26">
                  <c:v>-0.91102100234379157</c:v>
                </c:pt>
                <c:pt idx="27">
                  <c:v>-0.84068261184180515</c:v>
                </c:pt>
                <c:pt idx="28">
                  <c:v>-0.77065156089862408</c:v>
                </c:pt>
                <c:pt idx="29">
                  <c:v>-0.71158897281798994</c:v>
                </c:pt>
                <c:pt idx="30">
                  <c:v>-0.6592764704645262</c:v>
                </c:pt>
                <c:pt idx="31">
                  <c:v>-0.62300058854565543</c:v>
                </c:pt>
                <c:pt idx="32">
                  <c:v>-0.59433841383425945</c:v>
                </c:pt>
                <c:pt idx="33">
                  <c:v>-0.56819714128305987</c:v>
                </c:pt>
                <c:pt idx="34">
                  <c:v>-0.5463588062541318</c:v>
                </c:pt>
                <c:pt idx="35">
                  <c:v>-0.53149617908498525</c:v>
                </c:pt>
                <c:pt idx="36">
                  <c:v>-0.52036219706235831</c:v>
                </c:pt>
                <c:pt idx="37">
                  <c:v>-0.51088833868032413</c:v>
                </c:pt>
                <c:pt idx="38">
                  <c:v>-0.50391376800482302</c:v>
                </c:pt>
                <c:pt idx="39">
                  <c:v>-0.49851988029798172</c:v>
                </c:pt>
                <c:pt idx="40">
                  <c:v>-1.0146126007764329</c:v>
                </c:pt>
                <c:pt idx="41">
                  <c:v>-0.93639023014906719</c:v>
                </c:pt>
                <c:pt idx="42">
                  <c:v>-0.85816795494975318</c:v>
                </c:pt>
                <c:pt idx="43">
                  <c:v>-0.77994548968956956</c:v>
                </c:pt>
                <c:pt idx="44">
                  <c:v>-0.70172321449025565</c:v>
                </c:pt>
                <c:pt idx="45">
                  <c:v>-0.62350074923007204</c:v>
                </c:pt>
                <c:pt idx="46">
                  <c:v>-0.54527847403075791</c:v>
                </c:pt>
                <c:pt idx="47">
                  <c:v>-0.46705600877057463</c:v>
                </c:pt>
                <c:pt idx="48">
                  <c:v>-0.38883373357126044</c:v>
                </c:pt>
                <c:pt idx="49">
                  <c:v>-0.30838234815526583</c:v>
                </c:pt>
                <c:pt idx="50">
                  <c:v>-0.24082878040408567</c:v>
                </c:pt>
                <c:pt idx="51">
                  <c:v>-0.18751804178471324</c:v>
                </c:pt>
                <c:pt idx="52">
                  <c:v>-0.14669881124868017</c:v>
                </c:pt>
                <c:pt idx="53">
                  <c:v>-0.10873019394785308</c:v>
                </c:pt>
                <c:pt idx="54">
                  <c:v>-7.7922333017625259E-2</c:v>
                </c:pt>
                <c:pt idx="55">
                  <c:v>-4.9667605867218981E-2</c:v>
                </c:pt>
                <c:pt idx="56">
                  <c:v>-3.279258081492846E-2</c:v>
                </c:pt>
                <c:pt idx="57">
                  <c:v>-1.6267744107030475E-2</c:v>
                </c:pt>
                <c:pt idx="58">
                  <c:v>-4.8048080719356118E-3</c:v>
                </c:pt>
                <c:pt idx="59">
                  <c:v>6.7013560752514937E-3</c:v>
                </c:pt>
                <c:pt idx="60">
                  <c:v>-0.53157258753058134</c:v>
                </c:pt>
                <c:pt idx="61">
                  <c:v>-0.44473685234709814</c:v>
                </c:pt>
                <c:pt idx="62">
                  <c:v>-0.35790111636838157</c:v>
                </c:pt>
                <c:pt idx="63">
                  <c:v>-0.27106557045053398</c:v>
                </c:pt>
                <c:pt idx="64">
                  <c:v>-0.1842298352670512</c:v>
                </c:pt>
                <c:pt idx="65">
                  <c:v>-9.7394289349203619E-2</c:v>
                </c:pt>
                <c:pt idx="66">
                  <c:v>-1.0558554165720824E-2</c:v>
                </c:pt>
                <c:pt idx="67">
                  <c:v>7.6277181812995795E-2</c:v>
                </c:pt>
                <c:pt idx="68">
                  <c:v>0.16311272773084337</c:v>
                </c:pt>
                <c:pt idx="69">
                  <c:v>0.25112890313988445</c:v>
                </c:pt>
                <c:pt idx="70">
                  <c:v>0.33339455633281334</c:v>
                </c:pt>
                <c:pt idx="71">
                  <c:v>0.40680084020044888</c:v>
                </c:pt>
                <c:pt idx="72">
                  <c:v>0.47176942187868665</c:v>
                </c:pt>
                <c:pt idx="73">
                  <c:v>0.51143646286857225</c:v>
                </c:pt>
                <c:pt idx="74">
                  <c:v>0.53088016852074016</c:v>
                </c:pt>
                <c:pt idx="75">
                  <c:v>0.55673647461980702</c:v>
                </c:pt>
                <c:pt idx="76">
                  <c:v>0.57789775319003311</c:v>
                </c:pt>
                <c:pt idx="77">
                  <c:v>0.59373283037510782</c:v>
                </c:pt>
                <c:pt idx="78">
                  <c:v>0.61896478890448037</c:v>
                </c:pt>
                <c:pt idx="79">
                  <c:v>0.64305062472607921</c:v>
                </c:pt>
                <c:pt idx="80">
                  <c:v>0.19648433960685521</c:v>
                </c:pt>
                <c:pt idx="81">
                  <c:v>0.2929852377871992</c:v>
                </c:pt>
                <c:pt idx="82">
                  <c:v>0.38948594670190795</c:v>
                </c:pt>
                <c:pt idx="83">
                  <c:v>0.48598665561661669</c:v>
                </c:pt>
                <c:pt idx="84">
                  <c:v>0.5824873645313251</c:v>
                </c:pt>
                <c:pt idx="85">
                  <c:v>0.67898807344603351</c:v>
                </c:pt>
                <c:pt idx="86">
                  <c:v>0.77548878156550838</c:v>
                </c:pt>
                <c:pt idx="87">
                  <c:v>0.87198986980672222</c:v>
                </c:pt>
                <c:pt idx="88">
                  <c:v>0.96849057872143018</c:v>
                </c:pt>
                <c:pt idx="89">
                  <c:v>1.0632378806895122</c:v>
                </c:pt>
                <c:pt idx="90">
                  <c:v>1.145472060120591</c:v>
                </c:pt>
                <c:pt idx="91">
                  <c:v>1.2222844812871567</c:v>
                </c:pt>
                <c:pt idx="92">
                  <c:v>1.2830344965643825</c:v>
                </c:pt>
                <c:pt idx="93">
                  <c:v>1.328596912395442</c:v>
                </c:pt>
                <c:pt idx="94">
                  <c:v>1.3656979272757497</c:v>
                </c:pt>
                <c:pt idx="95">
                  <c:v>1.4013090764735352</c:v>
                </c:pt>
                <c:pt idx="96">
                  <c:v>1.4197217456480287</c:v>
                </c:pt>
                <c:pt idx="97">
                  <c:v>1.4323493850277571</c:v>
                </c:pt>
                <c:pt idx="98">
                  <c:v>1.4437086106517234</c:v>
                </c:pt>
                <c:pt idx="99">
                  <c:v>1.4541243940017146</c:v>
                </c:pt>
                <c:pt idx="100">
                  <c:v>0.47497932490869677</c:v>
                </c:pt>
                <c:pt idx="101">
                  <c:v>0.57445331743310379</c:v>
                </c:pt>
                <c:pt idx="102">
                  <c:v>0.67392730995751116</c:v>
                </c:pt>
                <c:pt idx="103">
                  <c:v>0.77340168180842284</c:v>
                </c:pt>
                <c:pt idx="104">
                  <c:v>0.87287567433282953</c:v>
                </c:pt>
                <c:pt idx="105">
                  <c:v>0.97234966685723689</c:v>
                </c:pt>
                <c:pt idx="106">
                  <c:v>1.0718236593816444</c:v>
                </c:pt>
                <c:pt idx="107">
                  <c:v>1.171298031232556</c:v>
                </c:pt>
                <c:pt idx="108">
                  <c:v>1.2686906115117456</c:v>
                </c:pt>
                <c:pt idx="109">
                  <c:v>1.3661438625603735</c:v>
                </c:pt>
                <c:pt idx="110">
                  <c:v>1.457297514289277</c:v>
                </c:pt>
                <c:pt idx="111">
                  <c:v>1.5403780618089511</c:v>
                </c:pt>
                <c:pt idx="112">
                  <c:v>1.6112530164112977</c:v>
                </c:pt>
                <c:pt idx="113">
                  <c:v>1.6713360238036432</c:v>
                </c:pt>
                <c:pt idx="114">
                  <c:v>1.7181861934755671</c:v>
                </c:pt>
                <c:pt idx="115">
                  <c:v>1.7530029248207559</c:v>
                </c:pt>
                <c:pt idx="116">
                  <c:v>1.7766276570689459</c:v>
                </c:pt>
                <c:pt idx="117">
                  <c:v>1.8005428540155026</c:v>
                </c:pt>
                <c:pt idx="118">
                  <c:v>1.8194480997300211</c:v>
                </c:pt>
                <c:pt idx="119">
                  <c:v>1.8297838722254718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113-4F26-9073-85B81116CA10}"/>
            </c:ext>
          </c:extLst>
        </c:ser>
        <c:ser>
          <c:idx val="1"/>
          <c:order val="1"/>
          <c:tx>
            <c:strRef>
              <c:f>Sheet1!$B$123</c:f>
              <c:strCache>
                <c:ptCount val="1"/>
                <c:pt idx="0">
                  <c:v>Pep82r15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Sheet1!$A$124:$A$263</c:f>
              <c:numCache>
                <c:formatCode>General</c:formatCode>
                <c:ptCount val="140"/>
                <c:pt idx="0">
                  <c:v>-1.5218180634781182</c:v>
                </c:pt>
                <c:pt idx="1">
                  <c:v>-1.5218180634781182</c:v>
                </c:pt>
                <c:pt idx="2">
                  <c:v>-1.5221955508700613</c:v>
                </c:pt>
                <c:pt idx="3">
                  <c:v>-1.5218180634781182</c:v>
                </c:pt>
                <c:pt idx="4">
                  <c:v>-1.5198834405944102</c:v>
                </c:pt>
                <c:pt idx="5">
                  <c:v>-1.5197733401050937</c:v>
                </c:pt>
                <c:pt idx="6">
                  <c:v>-1.5197733401050937</c:v>
                </c:pt>
                <c:pt idx="7">
                  <c:v>-1.5197733401050937</c:v>
                </c:pt>
                <c:pt idx="8">
                  <c:v>-1.523847058209812</c:v>
                </c:pt>
                <c:pt idx="9">
                  <c:v>-1.5340706750749356</c:v>
                </c:pt>
                <c:pt idx="10">
                  <c:v>-1.5565311748955455</c:v>
                </c:pt>
                <c:pt idx="11">
                  <c:v>-1.5892152915812789</c:v>
                </c:pt>
                <c:pt idx="12">
                  <c:v>-1.6259888550130617</c:v>
                </c:pt>
                <c:pt idx="13">
                  <c:v>-1.672970306668637</c:v>
                </c:pt>
                <c:pt idx="14">
                  <c:v>-1.7322043699210297</c:v>
                </c:pt>
                <c:pt idx="15">
                  <c:v>-1.8031248136823248</c:v>
                </c:pt>
                <c:pt idx="16">
                  <c:v>-1.882302794142374</c:v>
                </c:pt>
                <c:pt idx="17">
                  <c:v>-1.9691563515719313</c:v>
                </c:pt>
                <c:pt idx="18">
                  <c:v>-2.0628361393391241</c:v>
                </c:pt>
                <c:pt idx="19">
                  <c:v>-2.1673057750593561</c:v>
                </c:pt>
                <c:pt idx="20">
                  <c:v>-0.65191409738675365</c:v>
                </c:pt>
                <c:pt idx="21">
                  <c:v>-0.65191409738675365</c:v>
                </c:pt>
                <c:pt idx="22">
                  <c:v>-0.65351841880251149</c:v>
                </c:pt>
                <c:pt idx="23">
                  <c:v>-0.65351841880251149</c:v>
                </c:pt>
                <c:pt idx="24">
                  <c:v>-0.65513846885960003</c:v>
                </c:pt>
                <c:pt idx="25">
                  <c:v>-0.65834711169111582</c:v>
                </c:pt>
                <c:pt idx="26">
                  <c:v>-0.66316007593838944</c:v>
                </c:pt>
                <c:pt idx="27">
                  <c:v>-0.66957736160142101</c:v>
                </c:pt>
                <c:pt idx="28">
                  <c:v>-0.68401625434324154</c:v>
                </c:pt>
                <c:pt idx="29">
                  <c:v>-0.70649248280518218</c:v>
                </c:pt>
                <c:pt idx="30">
                  <c:v>-0.73538599693015438</c:v>
                </c:pt>
                <c:pt idx="31">
                  <c:v>-0.76907674666106918</c:v>
                </c:pt>
                <c:pt idx="32">
                  <c:v>-0.80920051069634646</c:v>
                </c:pt>
                <c:pt idx="33">
                  <c:v>-0.85415296762022785</c:v>
                </c:pt>
                <c:pt idx="34">
                  <c:v>-0.90871562439732578</c:v>
                </c:pt>
                <c:pt idx="35">
                  <c:v>-0.97071792852396721</c:v>
                </c:pt>
                <c:pt idx="36">
                  <c:v>-1.0372658099952556</c:v>
                </c:pt>
                <c:pt idx="37">
                  <c:v>-1.1090513290297541</c:v>
                </c:pt>
                <c:pt idx="38">
                  <c:v>-1.1825827272519889</c:v>
                </c:pt>
                <c:pt idx="39">
                  <c:v>-1.2543682462864867</c:v>
                </c:pt>
                <c:pt idx="40">
                  <c:v>-0.2564645970437755</c:v>
                </c:pt>
                <c:pt idx="41">
                  <c:v>-0.2564645970437755</c:v>
                </c:pt>
                <c:pt idx="42">
                  <c:v>-0.2564645970437755</c:v>
                </c:pt>
                <c:pt idx="43">
                  <c:v>-0.2564645970437755</c:v>
                </c:pt>
                <c:pt idx="44">
                  <c:v>-0.2564645970437755</c:v>
                </c:pt>
                <c:pt idx="45">
                  <c:v>-0.2564645970437755</c:v>
                </c:pt>
                <c:pt idx="46">
                  <c:v>-0.25885535052608127</c:v>
                </c:pt>
                <c:pt idx="47">
                  <c:v>-0.26585459591835825</c:v>
                </c:pt>
                <c:pt idx="48">
                  <c:v>-0.28336057371971568</c:v>
                </c:pt>
                <c:pt idx="49">
                  <c:v>-0.30611991772561375</c:v>
                </c:pt>
                <c:pt idx="50">
                  <c:v>-0.33764011495285623</c:v>
                </c:pt>
                <c:pt idx="51">
                  <c:v>-0.37265207055557148</c:v>
                </c:pt>
                <c:pt idx="52">
                  <c:v>-0.41993236639643539</c:v>
                </c:pt>
                <c:pt idx="53">
                  <c:v>-0.4723716565938535</c:v>
                </c:pt>
                <c:pt idx="54">
                  <c:v>-0.53198320723818926</c:v>
                </c:pt>
                <c:pt idx="55">
                  <c:v>-0.59851536006814698</c:v>
                </c:pt>
                <c:pt idx="56">
                  <c:v>-0.66504751289810471</c:v>
                </c:pt>
                <c:pt idx="57">
                  <c:v>-0.73859463976167017</c:v>
                </c:pt>
                <c:pt idx="58">
                  <c:v>-0.81212603798390492</c:v>
                </c:pt>
                <c:pt idx="59">
                  <c:v>-0.88391155701840285</c:v>
                </c:pt>
                <c:pt idx="60">
                  <c:v>0.23897187624011093</c:v>
                </c:pt>
                <c:pt idx="61">
                  <c:v>0.23897187624011093</c:v>
                </c:pt>
                <c:pt idx="62">
                  <c:v>0.23897187624011093</c:v>
                </c:pt>
                <c:pt idx="63">
                  <c:v>0.23897187624011093</c:v>
                </c:pt>
                <c:pt idx="64">
                  <c:v>0.23897187624011093</c:v>
                </c:pt>
                <c:pt idx="65">
                  <c:v>0.23489815813539233</c:v>
                </c:pt>
                <c:pt idx="66">
                  <c:v>0.22671926464329373</c:v>
                </c:pt>
                <c:pt idx="67">
                  <c:v>0.21242192967345166</c:v>
                </c:pt>
                <c:pt idx="68">
                  <c:v>0.18791670647981723</c:v>
                </c:pt>
                <c:pt idx="69">
                  <c:v>0.1531564091383972</c:v>
                </c:pt>
                <c:pt idx="70">
                  <c:v>0.11029586151153319</c:v>
                </c:pt>
                <c:pt idx="71">
                  <c:v>6.1269686482933246E-2</c:v>
                </c:pt>
                <c:pt idx="72">
                  <c:v>8.1540647082836426E-3</c:v>
                </c:pt>
                <c:pt idx="73">
                  <c:v>-4.9035275171084552E-2</c:v>
                </c:pt>
                <c:pt idx="74">
                  <c:v>-0.11031406179650172</c:v>
                </c:pt>
                <c:pt idx="75">
                  <c:v>-0.17159284842191888</c:v>
                </c:pt>
                <c:pt idx="76">
                  <c:v>-0.23900580516641054</c:v>
                </c:pt>
                <c:pt idx="77">
                  <c:v>-0.30641876191090217</c:v>
                </c:pt>
                <c:pt idx="78">
                  <c:v>-0.37586071338708726</c:v>
                </c:pt>
                <c:pt idx="79">
                  <c:v>-0.44327367013157892</c:v>
                </c:pt>
                <c:pt idx="80">
                  <c:v>0.75111216661747549</c:v>
                </c:pt>
                <c:pt idx="81">
                  <c:v>0.75111216661747549</c:v>
                </c:pt>
                <c:pt idx="82">
                  <c:v>0.75111216661747549</c:v>
                </c:pt>
                <c:pt idx="83">
                  <c:v>0.75111216661747549</c:v>
                </c:pt>
                <c:pt idx="84">
                  <c:v>0.7487685990591626</c:v>
                </c:pt>
                <c:pt idx="85">
                  <c:v>0.7441129212251989</c:v>
                </c:pt>
                <c:pt idx="86">
                  <c:v>0.73242654071629643</c:v>
                </c:pt>
                <c:pt idx="87">
                  <c:v>0.71375664345644774</c:v>
                </c:pt>
                <c:pt idx="88">
                  <c:v>0.68107252677071395</c:v>
                </c:pt>
                <c:pt idx="89">
                  <c:v>0.63904559713439135</c:v>
                </c:pt>
                <c:pt idx="90">
                  <c:v>0.59236298966410361</c:v>
                </c:pt>
                <c:pt idx="91">
                  <c:v>0.53633756924322706</c:v>
                </c:pt>
                <c:pt idx="92">
                  <c:v>0.47796858126403685</c:v>
                </c:pt>
                <c:pt idx="93">
                  <c:v>0.41739758349851258</c:v>
                </c:pt>
                <c:pt idx="94">
                  <c:v>0.3542470885547116</c:v>
                </c:pt>
                <c:pt idx="95">
                  <c:v>0.29120669410022665</c:v>
                </c:pt>
                <c:pt idx="96">
                  <c:v>0.22585418937009089</c:v>
                </c:pt>
                <c:pt idx="97">
                  <c:v>0.16281379491560591</c:v>
                </c:pt>
                <c:pt idx="98">
                  <c:v>9.9789129102452009E-2</c:v>
                </c:pt>
                <c:pt idx="99">
                  <c:v>3.674873464796774E-2</c:v>
                </c:pt>
                <c:pt idx="100">
                  <c:v>1.1996301028111107</c:v>
                </c:pt>
                <c:pt idx="101">
                  <c:v>1.1996301028111107</c:v>
                </c:pt>
                <c:pt idx="102">
                  <c:v>1.1972865352527979</c:v>
                </c:pt>
                <c:pt idx="103">
                  <c:v>1.1949586963358161</c:v>
                </c:pt>
                <c:pt idx="104">
                  <c:v>1.1949586963358161</c:v>
                </c:pt>
                <c:pt idx="105">
                  <c:v>1.1926151287775031</c:v>
                </c:pt>
                <c:pt idx="106">
                  <c:v>1.1856158833852257</c:v>
                </c:pt>
                <c:pt idx="107">
                  <c:v>1.1692738250423589</c:v>
                </c:pt>
                <c:pt idx="108">
                  <c:v>1.1459325213072153</c:v>
                </c:pt>
                <c:pt idx="109">
                  <c:v>1.1132484046214823</c:v>
                </c:pt>
                <c:pt idx="110">
                  <c:v>1.0671005709564478</c:v>
                </c:pt>
                <c:pt idx="111">
                  <c:v>1.0128682156472999</c:v>
                </c:pt>
                <c:pt idx="112">
                  <c:v>0.95449922766811035</c:v>
                </c:pt>
                <c:pt idx="113">
                  <c:v>0.89440008914251523</c:v>
                </c:pt>
                <c:pt idx="114">
                  <c:v>0.83244497093986658</c:v>
                </c:pt>
                <c:pt idx="115">
                  <c:v>0.76916864686541708</c:v>
                </c:pt>
                <c:pt idx="116">
                  <c:v>0.70604960920427751</c:v>
                </c:pt>
                <c:pt idx="117">
                  <c:v>0.64297775746713104</c:v>
                </c:pt>
                <c:pt idx="118">
                  <c:v>0.57990590572998402</c:v>
                </c:pt>
                <c:pt idx="119">
                  <c:v>0.51683405399283755</c:v>
                </c:pt>
                <c:pt idx="120">
                  <c:v>1.4443048473555131</c:v>
                </c:pt>
                <c:pt idx="121">
                  <c:v>1.4443048473555131</c:v>
                </c:pt>
                <c:pt idx="122">
                  <c:v>1.4443048473555131</c:v>
                </c:pt>
                <c:pt idx="123">
                  <c:v>1.4443048473555131</c:v>
                </c:pt>
                <c:pt idx="124">
                  <c:v>1.4443048473555131</c:v>
                </c:pt>
                <c:pt idx="125">
                  <c:v>1.4443048473555131</c:v>
                </c:pt>
                <c:pt idx="126">
                  <c:v>1.4443048473555131</c:v>
                </c:pt>
                <c:pt idx="127">
                  <c:v>1.4440531890942176</c:v>
                </c:pt>
                <c:pt idx="128">
                  <c:v>1.4416781642532432</c:v>
                </c:pt>
                <c:pt idx="129">
                  <c:v>1.4377460039205028</c:v>
                </c:pt>
                <c:pt idx="130">
                  <c:v>1.431171431844162</c:v>
                </c:pt>
                <c:pt idx="131">
                  <c:v>1.4193592222046119</c:v>
                </c:pt>
                <c:pt idx="132">
                  <c:v>1.3957190742841801</c:v>
                </c:pt>
                <c:pt idx="133">
                  <c:v>1.3628933998264683</c:v>
                </c:pt>
                <c:pt idx="134">
                  <c:v>1.3182397870878744</c:v>
                </c:pt>
                <c:pt idx="135">
                  <c:v>1.2683485367860714</c:v>
                </c:pt>
                <c:pt idx="136">
                  <c:v>1.2146981412061693</c:v>
                </c:pt>
                <c:pt idx="137">
                  <c:v>1.1559988517590296</c:v>
                </c:pt>
                <c:pt idx="138">
                  <c:v>1.0950031806775695</c:v>
                </c:pt>
                <c:pt idx="139">
                  <c:v>1.0332839920948853</c:v>
                </c:pt>
              </c:numCache>
            </c:numRef>
          </c:xVal>
          <c:yVal>
            <c:numRef>
              <c:f>Sheet1!$B$124:$B$263</c:f>
              <c:numCache>
                <c:formatCode>General</c:formatCode>
                <c:ptCount val="140"/>
                <c:pt idx="0">
                  <c:v>-1.8480130580284626</c:v>
                </c:pt>
                <c:pt idx="1">
                  <c:v>-1.7911346755576771</c:v>
                </c:pt>
                <c:pt idx="2">
                  <c:v>-1.734442788578864</c:v>
                </c:pt>
                <c:pt idx="3">
                  <c:v>-1.6773806531968709</c:v>
                </c:pt>
                <c:pt idx="4">
                  <c:v>-1.6195313971355241</c:v>
                </c:pt>
                <c:pt idx="5">
                  <c:v>-1.5625707372418094</c:v>
                </c:pt>
                <c:pt idx="6">
                  <c:v>-1.5056676715441455</c:v>
                </c:pt>
                <c:pt idx="7">
                  <c:v>-1.4487646058464816</c:v>
                </c:pt>
                <c:pt idx="8">
                  <c:v>-1.3941351396024209</c:v>
                </c:pt>
                <c:pt idx="9">
                  <c:v>-1.3430765135134768</c:v>
                </c:pt>
                <c:pt idx="10">
                  <c:v>-1.2992857264499236</c:v>
                </c:pt>
                <c:pt idx="11">
                  <c:v>-1.261813845467314</c:v>
                </c:pt>
                <c:pt idx="12">
                  <c:v>-1.2272134465449249</c:v>
                </c:pt>
                <c:pt idx="13">
                  <c:v>-1.1990142311264083</c:v>
                </c:pt>
                <c:pt idx="14">
                  <c:v>-1.178296776032898</c:v>
                </c:pt>
                <c:pt idx="15">
                  <c:v>-1.1644631986577765</c:v>
                </c:pt>
                <c:pt idx="16">
                  <c:v>-1.1551987608359764</c:v>
                </c:pt>
                <c:pt idx="17">
                  <c:v>-1.1497602231803725</c:v>
                </c:pt>
                <c:pt idx="18">
                  <c:v>-1.1471986527465179</c:v>
                </c:pt>
                <c:pt idx="19">
                  <c:v>-1.1488716270127399</c:v>
                </c:pt>
                <c:pt idx="20">
                  <c:v>-1.3698166759653867</c:v>
                </c:pt>
                <c:pt idx="21">
                  <c:v>-1.2996669451761613</c:v>
                </c:pt>
                <c:pt idx="22">
                  <c:v>-1.2306087615311263</c:v>
                </c:pt>
                <c:pt idx="23">
                  <c:v>-1.1604864565495439</c:v>
                </c:pt>
                <c:pt idx="24">
                  <c:v>-1.0915160354889666</c:v>
                </c:pt>
                <c:pt idx="25">
                  <c:v>-1.0237742906107952</c:v>
                </c:pt>
                <c:pt idx="26">
                  <c:v>-0.95734624191872275</c:v>
                </c:pt>
                <c:pt idx="27">
                  <c:v>-0.89231142425491394</c:v>
                </c:pt>
                <c:pt idx="28">
                  <c:v>-0.83374909719484924</c:v>
                </c:pt>
                <c:pt idx="29">
                  <c:v>-0.78198837043024494</c:v>
                </c:pt>
                <c:pt idx="30">
                  <c:v>-0.73601448907831024</c:v>
                </c:pt>
                <c:pt idx="31">
                  <c:v>-0.69469476728338986</c:v>
                </c:pt>
                <c:pt idx="32">
                  <c:v>-0.65943066381604065</c:v>
                </c:pt>
                <c:pt idx="33">
                  <c:v>-0.62898801733232779</c:v>
                </c:pt>
                <c:pt idx="34">
                  <c:v>-0.60732162929437028</c:v>
                </c:pt>
                <c:pt idx="35">
                  <c:v>-0.59260494091314486</c:v>
                </c:pt>
                <c:pt idx="36">
                  <c:v>-0.58235317401619735</c:v>
                </c:pt>
                <c:pt idx="37">
                  <c:v>-0.57700788410657966</c:v>
                </c:pt>
                <c:pt idx="38">
                  <c:v>-0.57359611363579244</c:v>
                </c:pt>
                <c:pt idx="39">
                  <c:v>-0.56922992505902925</c:v>
                </c:pt>
                <c:pt idx="40">
                  <c:v>-1.09742629703603</c:v>
                </c:pt>
                <c:pt idx="41">
                  <c:v>-1.0198140039871484</c:v>
                </c:pt>
                <c:pt idx="42">
                  <c:v>-0.94220445351903115</c:v>
                </c:pt>
                <c:pt idx="43">
                  <c:v>-0.8645949030509138</c:v>
                </c:pt>
                <c:pt idx="44">
                  <c:v>-0.78698535258279678</c:v>
                </c:pt>
                <c:pt idx="45">
                  <c:v>-0.70937580211467954</c:v>
                </c:pt>
                <c:pt idx="46">
                  <c:v>-0.63379850399290738</c:v>
                </c:pt>
                <c:pt idx="47">
                  <c:v>-0.56233507701758279</c:v>
                </c:pt>
                <c:pt idx="48">
                  <c:v>-0.50044874207118861</c:v>
                </c:pt>
                <c:pt idx="49">
                  <c:v>-0.44390221187288342</c:v>
                </c:pt>
                <c:pt idx="50">
                  <c:v>-0.39608531624734022</c:v>
                </c:pt>
                <c:pt idx="51">
                  <c:v>-0.3524453711258233</c:v>
                </c:pt>
                <c:pt idx="52">
                  <c:v>-0.32117172267052829</c:v>
                </c:pt>
                <c:pt idx="53">
                  <c:v>-0.29586044479681795</c:v>
                </c:pt>
                <c:pt idx="54">
                  <c:v>-0.27838197758594413</c:v>
                </c:pt>
                <c:pt idx="55">
                  <c:v>-0.26845932038071213</c:v>
                </c:pt>
                <c:pt idx="56">
                  <c:v>-0.25958981418897109</c:v>
                </c:pt>
                <c:pt idx="57">
                  <c:v>-0.25813898896465737</c:v>
                </c:pt>
                <c:pt idx="58">
                  <c:v>-0.25751093796963292</c:v>
                </c:pt>
                <c:pt idx="59">
                  <c:v>-0.25602720177614735</c:v>
                </c:pt>
                <c:pt idx="60">
                  <c:v>-0.70764249107164279</c:v>
                </c:pt>
                <c:pt idx="61">
                  <c:v>-0.61943012336874792</c:v>
                </c:pt>
                <c:pt idx="62">
                  <c:v>-0.53121775566585272</c:v>
                </c:pt>
                <c:pt idx="63">
                  <c:v>-0.44300538796295791</c:v>
                </c:pt>
                <c:pt idx="64">
                  <c:v>-0.35479302026006282</c:v>
                </c:pt>
                <c:pt idx="65">
                  <c:v>-0.27048060240400029</c:v>
                </c:pt>
                <c:pt idx="66">
                  <c:v>-0.19033416472890702</c:v>
                </c:pt>
                <c:pt idx="67">
                  <c:v>-0.11664101959220798</c:v>
                </c:pt>
                <c:pt idx="68">
                  <c:v>-5.387157363970968E-2</c:v>
                </c:pt>
                <c:pt idx="69">
                  <c:v>-2.5441746358641666E-3</c:v>
                </c:pt>
                <c:pt idx="70">
                  <c:v>3.916773620835063E-2</c:v>
                </c:pt>
                <c:pt idx="71">
                  <c:v>7.3074262197372328E-2</c:v>
                </c:pt>
                <c:pt idx="72">
                  <c:v>0.10123508148518855</c:v>
                </c:pt>
                <c:pt idx="73">
                  <c:v>0.12362002568339266</c:v>
                </c:pt>
                <c:pt idx="74">
                  <c:v>0.14022909479198417</c:v>
                </c:pt>
                <c:pt idx="75">
                  <c:v>0.15541202190313994</c:v>
                </c:pt>
                <c:pt idx="76">
                  <c:v>0.16274568286687402</c:v>
                </c:pt>
                <c:pt idx="77">
                  <c:v>0.16878210312909483</c:v>
                </c:pt>
                <c:pt idx="78">
                  <c:v>0.17145063421275752</c:v>
                </c:pt>
                <c:pt idx="79">
                  <c:v>0.17513666275997442</c:v>
                </c:pt>
                <c:pt idx="80">
                  <c:v>-0.24801612336363163</c:v>
                </c:pt>
                <c:pt idx="81">
                  <c:v>-0.14737163705617198</c:v>
                </c:pt>
                <c:pt idx="82">
                  <c:v>-4.6729893329476531E-2</c:v>
                </c:pt>
                <c:pt idx="83">
                  <c:v>5.3911850397219171E-2</c:v>
                </c:pt>
                <c:pt idx="84">
                  <c:v>0.15209075659757457</c:v>
                </c:pt>
                <c:pt idx="85">
                  <c:v>0.24762307236038228</c:v>
                </c:pt>
                <c:pt idx="86">
                  <c:v>0.33519093358366731</c:v>
                </c:pt>
                <c:pt idx="87">
                  <c:v>0.41431164605291282</c:v>
                </c:pt>
                <c:pt idx="88">
                  <c:v>0.47656548682172328</c:v>
                </c:pt>
                <c:pt idx="89">
                  <c:v>0.52664775415857668</c:v>
                </c:pt>
                <c:pt idx="90">
                  <c:v>0.56964867796201213</c:v>
                </c:pt>
                <c:pt idx="91">
                  <c:v>0.59993773992292432</c:v>
                </c:pt>
                <c:pt idx="92">
                  <c:v>0.6256055532959931</c:v>
                </c:pt>
                <c:pt idx="93">
                  <c:v>0.64680570260402026</c:v>
                </c:pt>
                <c:pt idx="94">
                  <c:v>0.66309937492471727</c:v>
                </c:pt>
                <c:pt idx="95">
                  <c:v>0.67777766717524224</c:v>
                </c:pt>
                <c:pt idx="96">
                  <c:v>0.68794989923002536</c:v>
                </c:pt>
                <c:pt idx="97">
                  <c:v>0.69928772810963513</c:v>
                </c:pt>
                <c:pt idx="98">
                  <c:v>0.70906502853435915</c:v>
                </c:pt>
                <c:pt idx="99">
                  <c:v>0.71734762244254013</c:v>
                </c:pt>
                <c:pt idx="100">
                  <c:v>0.20187956779264843</c:v>
                </c:pt>
                <c:pt idx="101">
                  <c:v>0.31463529075525015</c:v>
                </c:pt>
                <c:pt idx="102">
                  <c:v>0.42480476005711848</c:v>
                </c:pt>
                <c:pt idx="103">
                  <c:v>0.5348398429015363</c:v>
                </c:pt>
                <c:pt idx="104">
                  <c:v>0.64746392198745184</c:v>
                </c:pt>
                <c:pt idx="105">
                  <c:v>0.7573042815976041</c:v>
                </c:pt>
                <c:pt idx="106">
                  <c:v>0.86132214224515102</c:v>
                </c:pt>
                <c:pt idx="107">
                  <c:v>0.95334395462965671</c:v>
                </c:pt>
                <c:pt idx="108">
                  <c:v>1.0356570311085456</c:v>
                </c:pt>
                <c:pt idx="109">
                  <c:v>1.1048084624995667</c:v>
                </c:pt>
                <c:pt idx="110">
                  <c:v>1.1549236408055918</c:v>
                </c:pt>
                <c:pt idx="111">
                  <c:v>1.1924750566303659</c:v>
                </c:pt>
                <c:pt idx="112">
                  <c:v>1.2224514643841482</c:v>
                </c:pt>
                <c:pt idx="113">
                  <c:v>1.2479492377498307</c:v>
                </c:pt>
                <c:pt idx="114">
                  <c:v>1.2688504457545489</c:v>
                </c:pt>
                <c:pt idx="115">
                  <c:v>1.2858709019777852</c:v>
                </c:pt>
                <c:pt idx="116">
                  <c:v>1.3010675419927629</c:v>
                </c:pt>
                <c:pt idx="117">
                  <c:v>1.314338890311203</c:v>
                </c:pt>
                <c:pt idx="118">
                  <c:v>1.3257014024176914</c:v>
                </c:pt>
                <c:pt idx="119">
                  <c:v>1.3352236428313355</c:v>
                </c:pt>
                <c:pt idx="120">
                  <c:v>0.46595992700618083</c:v>
                </c:pt>
                <c:pt idx="121">
                  <c:v>0.58580796382525868</c:v>
                </c:pt>
                <c:pt idx="122">
                  <c:v>0.7056560006443362</c:v>
                </c:pt>
                <c:pt idx="123">
                  <c:v>0.82550403746341361</c:v>
                </c:pt>
                <c:pt idx="124">
                  <c:v>0.94535207428249102</c:v>
                </c:pt>
                <c:pt idx="125">
                  <c:v>1.0652001111015685</c:v>
                </c:pt>
                <c:pt idx="126">
                  <c:v>1.1850454053398818</c:v>
                </c:pt>
                <c:pt idx="127">
                  <c:v>1.3045588473057148</c:v>
                </c:pt>
                <c:pt idx="128">
                  <c:v>1.4212145201151487</c:v>
                </c:pt>
                <c:pt idx="129">
                  <c:v>1.5355773954056295</c:v>
                </c:pt>
                <c:pt idx="130">
                  <c:v>1.6460375782685137</c:v>
                </c:pt>
                <c:pt idx="131">
                  <c:v>1.7486292969186252</c:v>
                </c:pt>
                <c:pt idx="132">
                  <c:v>1.8334244089892042</c:v>
                </c:pt>
                <c:pt idx="133">
                  <c:v>1.9034808920324435</c:v>
                </c:pt>
                <c:pt idx="134">
                  <c:v>1.9543804484370582</c:v>
                </c:pt>
                <c:pt idx="135">
                  <c:v>1.9954204269940199</c:v>
                </c:pt>
                <c:pt idx="136">
                  <c:v>2.0286906742457247</c:v>
                </c:pt>
                <c:pt idx="137">
                  <c:v>2.052156195265062</c:v>
                </c:pt>
                <c:pt idx="138">
                  <c:v>2.0698979502293087</c:v>
                </c:pt>
                <c:pt idx="139">
                  <c:v>2.0843486082763971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113-4F26-9073-85B81116CA10}"/>
            </c:ext>
          </c:extLst>
        </c:ser>
        <c:ser>
          <c:idx val="2"/>
          <c:order val="2"/>
          <c:tx>
            <c:strRef>
              <c:f>Sheet1!$B$265</c:f>
              <c:strCache>
                <c:ptCount val="1"/>
                <c:pt idx="0">
                  <c:v>Rad1kg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Sheet1!$A$266:$A$425</c:f>
              <c:numCache>
                <c:formatCode>General</c:formatCode>
                <c:ptCount val="160"/>
                <c:pt idx="0">
                  <c:v>-1.2052382200575771</c:v>
                </c:pt>
                <c:pt idx="1">
                  <c:v>-1.222544985760506</c:v>
                </c:pt>
                <c:pt idx="2">
                  <c:v>-1.244350784895643</c:v>
                </c:pt>
                <c:pt idx="3">
                  <c:v>-1.2705104873522715</c:v>
                </c:pt>
                <c:pt idx="4">
                  <c:v>-1.2999718998276977</c:v>
                </c:pt>
                <c:pt idx="5">
                  <c:v>-1.3330252825433544</c:v>
                </c:pt>
                <c:pt idx="6">
                  <c:v>-1.3675662488938543</c:v>
                </c:pt>
                <c:pt idx="7">
                  <c:v>-1.4052637951524354</c:v>
                </c:pt>
                <c:pt idx="8">
                  <c:v>-1.4448480328503295</c:v>
                </c:pt>
                <c:pt idx="9">
                  <c:v>-1.4836340549392832</c:v>
                </c:pt>
                <c:pt idx="10">
                  <c:v>-1.5237988130800431</c:v>
                </c:pt>
                <c:pt idx="11">
                  <c:v>-1.5629839429734671</c:v>
                </c:pt>
                <c:pt idx="12">
                  <c:v>-1.6028947234204731</c:v>
                </c:pt>
                <c:pt idx="13">
                  <c:v>-1.6422249834246136</c:v>
                </c:pt>
                <c:pt idx="14">
                  <c:v>-1.6814826783733958</c:v>
                </c:pt>
                <c:pt idx="15">
                  <c:v>-1.7199784402409171</c:v>
                </c:pt>
                <c:pt idx="16">
                  <c:v>-1.7577122690271774</c:v>
                </c:pt>
                <c:pt idx="17">
                  <c:v>-1.7940310792339529</c:v>
                </c:pt>
                <c:pt idx="18">
                  <c:v>-1.8295516738317881</c:v>
                </c:pt>
                <c:pt idx="19">
                  <c:v>-1.8636209673224595</c:v>
                </c:pt>
                <c:pt idx="20">
                  <c:v>-0.90398439273803999</c:v>
                </c:pt>
                <c:pt idx="21">
                  <c:v>-0.91138602838457561</c:v>
                </c:pt>
                <c:pt idx="22">
                  <c:v>-0.92248848185437915</c:v>
                </c:pt>
                <c:pt idx="23">
                  <c:v>-0.93656610259386852</c:v>
                </c:pt>
                <c:pt idx="24">
                  <c:v>-0.9539817158798346</c:v>
                </c:pt>
                <c:pt idx="25">
                  <c:v>-0.97669457820694916</c:v>
                </c:pt>
                <c:pt idx="26">
                  <c:v>-1.0039427564939503</c:v>
                </c:pt>
                <c:pt idx="27">
                  <c:v>-1.0355811206301224</c:v>
                </c:pt>
                <c:pt idx="28">
                  <c:v>-1.0705937598404505</c:v>
                </c:pt>
                <c:pt idx="29">
                  <c:v>-1.1101054324829864</c:v>
                </c:pt>
                <c:pt idx="30">
                  <c:v>-1.1520480344800217</c:v>
                </c:pt>
                <c:pt idx="31">
                  <c:v>-1.1964578483592356</c:v>
                </c:pt>
                <c:pt idx="32">
                  <c:v>-1.2409039447661288</c:v>
                </c:pt>
                <c:pt idx="33">
                  <c:v>-1.2853137586453427</c:v>
                </c:pt>
                <c:pt idx="34">
                  <c:v>-1.3297598550522356</c:v>
                </c:pt>
                <c:pt idx="35">
                  <c:v>-1.3736254310162632</c:v>
                </c:pt>
                <c:pt idx="36">
                  <c:v>-1.4164388136775969</c:v>
                </c:pt>
                <c:pt idx="37">
                  <c:v>-1.4576557651210504</c:v>
                </c:pt>
                <c:pt idx="38">
                  <c:v>-1.4982196310662801</c:v>
                </c:pt>
                <c:pt idx="39">
                  <c:v>-1.5370782182105924</c:v>
                </c:pt>
                <c:pt idx="40">
                  <c:v>-0.518881643952111</c:v>
                </c:pt>
                <c:pt idx="41">
                  <c:v>-0.52051435769767052</c:v>
                </c:pt>
                <c:pt idx="42">
                  <c:v>-0.52309041716288629</c:v>
                </c:pt>
                <c:pt idx="43">
                  <c:v>-0.52708149520758685</c:v>
                </c:pt>
                <c:pt idx="44">
                  <c:v>-0.5333946550237495</c:v>
                </c:pt>
                <c:pt idx="45">
                  <c:v>-0.54311837244174743</c:v>
                </c:pt>
                <c:pt idx="46">
                  <c:v>-0.55766766604106532</c:v>
                </c:pt>
                <c:pt idx="47">
                  <c:v>-0.58190439453070131</c:v>
                </c:pt>
                <c:pt idx="48">
                  <c:v>-0.6109666992016578</c:v>
                </c:pt>
                <c:pt idx="49">
                  <c:v>-0.64913591832006712</c:v>
                </c:pt>
                <c:pt idx="50">
                  <c:v>-0.69234840878587078</c:v>
                </c:pt>
                <c:pt idx="51">
                  <c:v>-0.73697591783115923</c:v>
                </c:pt>
                <c:pt idx="52">
                  <c:v>-0.78323614062200719</c:v>
                </c:pt>
                <c:pt idx="53">
                  <c:v>-0.83040342660483246</c:v>
                </c:pt>
                <c:pt idx="54">
                  <c:v>-0.87753443005997867</c:v>
                </c:pt>
                <c:pt idx="55">
                  <c:v>-0.92408491307225937</c:v>
                </c:pt>
                <c:pt idx="56">
                  <c:v>-0.96987346300327881</c:v>
                </c:pt>
                <c:pt idx="57">
                  <c:v>-1.015117775019112</c:v>
                </c:pt>
                <c:pt idx="58">
                  <c:v>-1.0594187413152887</c:v>
                </c:pt>
                <c:pt idx="59">
                  <c:v>-1.1020869938659061</c:v>
                </c:pt>
                <c:pt idx="60">
                  <c:v>-1.2388215544432966E-3</c:v>
                </c:pt>
                <c:pt idx="61">
                  <c:v>-2.8352527723235219E-3</c:v>
                </c:pt>
                <c:pt idx="62">
                  <c:v>-5.0847694884277317E-3</c:v>
                </c:pt>
                <c:pt idx="63">
                  <c:v>-8.3864795072253785E-3</c:v>
                </c:pt>
                <c:pt idx="64">
                  <c:v>-1.2558970190321404E-2</c:v>
                </c:pt>
                <c:pt idx="65">
                  <c:v>-1.8400457146655919E-2</c:v>
                </c:pt>
                <c:pt idx="66">
                  <c:v>-2.7217111372676493E-2</c:v>
                </c:pt>
                <c:pt idx="67">
                  <c:v>-4.1621274861277452E-2</c:v>
                </c:pt>
                <c:pt idx="68">
                  <c:v>-6.2628858387474506E-2</c:v>
                </c:pt>
                <c:pt idx="69">
                  <c:v>-9.4920308021870348E-2</c:v>
                </c:pt>
                <c:pt idx="70">
                  <c:v>-0.13613725946532354</c:v>
                </c:pt>
                <c:pt idx="71">
                  <c:v>-0.18203465697938062</c:v>
                </c:pt>
                <c:pt idx="72">
                  <c:v>-0.2291656604345266</c:v>
                </c:pt>
                <c:pt idx="73">
                  <c:v>-0.27600640366823992</c:v>
                </c:pt>
                <c:pt idx="74">
                  <c:v>-0.32328253723410283</c:v>
                </c:pt>
                <c:pt idx="75">
                  <c:v>-0.37103034365979348</c:v>
                </c:pt>
                <c:pt idx="76">
                  <c:v>-0.41877815008548408</c:v>
                </c:pt>
                <c:pt idx="77">
                  <c:v>-0.46656223903885408</c:v>
                </c:pt>
                <c:pt idx="78">
                  <c:v>-0.51336669974488847</c:v>
                </c:pt>
                <c:pt idx="79">
                  <c:v>-0.55901011956519175</c:v>
                </c:pt>
                <c:pt idx="80">
                  <c:v>0.64712994807100854</c:v>
                </c:pt>
                <c:pt idx="81">
                  <c:v>0.64702110048797146</c:v>
                </c:pt>
                <c:pt idx="82">
                  <c:v>0.64702110048797146</c:v>
                </c:pt>
                <c:pt idx="83">
                  <c:v>0.64578749454688211</c:v>
                </c:pt>
                <c:pt idx="84">
                  <c:v>0.64215924177897243</c:v>
                </c:pt>
                <c:pt idx="85">
                  <c:v>0.6357009518520933</c:v>
                </c:pt>
                <c:pt idx="86">
                  <c:v>0.62358258760727503</c:v>
                </c:pt>
                <c:pt idx="87">
                  <c:v>0.60500593343557774</c:v>
                </c:pt>
                <c:pt idx="88">
                  <c:v>0.5807692049459412</c:v>
                </c:pt>
                <c:pt idx="89">
                  <c:v>0.55323076643750713</c:v>
                </c:pt>
                <c:pt idx="90">
                  <c:v>0.52141098966293986</c:v>
                </c:pt>
                <c:pt idx="91">
                  <c:v>0.48545500473295544</c:v>
                </c:pt>
                <c:pt idx="92">
                  <c:v>0.44343983768056172</c:v>
                </c:pt>
                <c:pt idx="93">
                  <c:v>0.39819552566472866</c:v>
                </c:pt>
                <c:pt idx="94">
                  <c:v>0.35001232890688844</c:v>
                </c:pt>
                <c:pt idx="95">
                  <c:v>0.29965218048830267</c:v>
                </c:pt>
                <c:pt idx="96">
                  <c:v>0.24838496887773959</c:v>
                </c:pt>
                <c:pt idx="97">
                  <c:v>0.19882303606809393</c:v>
                </c:pt>
                <c:pt idx="98">
                  <c:v>0.14835404006647096</c:v>
                </c:pt>
                <c:pt idx="99">
                  <c:v>9.8646977146108789E-2</c:v>
                </c:pt>
                <c:pt idx="100">
                  <c:v>0.94802095011375498</c:v>
                </c:pt>
                <c:pt idx="101">
                  <c:v>0.94802095011375498</c:v>
                </c:pt>
                <c:pt idx="102">
                  <c:v>0.94780325494768014</c:v>
                </c:pt>
                <c:pt idx="103">
                  <c:v>0.94533604306550156</c:v>
                </c:pt>
                <c:pt idx="104">
                  <c:v>0.94130868249312205</c:v>
                </c:pt>
                <c:pt idx="105">
                  <c:v>0.93535834795375039</c:v>
                </c:pt>
                <c:pt idx="106">
                  <c:v>0.92650541120005081</c:v>
                </c:pt>
                <c:pt idx="107">
                  <c:v>0.91514898003649336</c:v>
                </c:pt>
                <c:pt idx="108">
                  <c:v>0.89824132213803454</c:v>
                </c:pt>
                <c:pt idx="109">
                  <c:v>0.87803195422077795</c:v>
                </c:pt>
                <c:pt idx="110">
                  <c:v>0.85379522573114153</c:v>
                </c:pt>
                <c:pt idx="111">
                  <c:v>0.82378957534052888</c:v>
                </c:pt>
                <c:pt idx="112">
                  <c:v>0.79051849745879743</c:v>
                </c:pt>
                <c:pt idx="113">
                  <c:v>0.75416340472434273</c:v>
                </c:pt>
                <c:pt idx="114">
                  <c:v>0.71552251274610534</c:v>
                </c:pt>
                <c:pt idx="115">
                  <c:v>0.67474095163480097</c:v>
                </c:pt>
                <c:pt idx="116">
                  <c:v>0.63301604480384033</c:v>
                </c:pt>
                <c:pt idx="117">
                  <c:v>0.58991240192107386</c:v>
                </c:pt>
                <c:pt idx="118">
                  <c:v>0.54597426090168788</c:v>
                </c:pt>
                <c:pt idx="119">
                  <c:v>0.50388652879393625</c:v>
                </c:pt>
                <c:pt idx="120">
                  <c:v>1.1445996850790987</c:v>
                </c:pt>
                <c:pt idx="121">
                  <c:v>1.1445996850790987</c:v>
                </c:pt>
                <c:pt idx="122">
                  <c:v>1.1445996850790987</c:v>
                </c:pt>
                <c:pt idx="123">
                  <c:v>1.143801469470159</c:v>
                </c:pt>
                <c:pt idx="124">
                  <c:v>1.1421687557245994</c:v>
                </c:pt>
                <c:pt idx="125">
                  <c:v>1.1403546293406448</c:v>
                </c:pt>
                <c:pt idx="126">
                  <c:v>1.1369803542664885</c:v>
                </c:pt>
                <c:pt idx="127">
                  <c:v>1.1325176033619602</c:v>
                </c:pt>
                <c:pt idx="128">
                  <c:v>1.126458421239551</c:v>
                </c:pt>
                <c:pt idx="129">
                  <c:v>1.1191656331760522</c:v>
                </c:pt>
                <c:pt idx="130">
                  <c:v>1.1098773060902041</c:v>
                </c:pt>
                <c:pt idx="131">
                  <c:v>1.0969244437087664</c:v>
                </c:pt>
                <c:pt idx="132">
                  <c:v>1.0812141092237177</c:v>
                </c:pt>
                <c:pt idx="133">
                  <c:v>1.0638347784654303</c:v>
                </c:pt>
                <c:pt idx="134">
                  <c:v>1.0428271949392336</c:v>
                </c:pt>
                <c:pt idx="135">
                  <c:v>1.0191709868924625</c:v>
                </c:pt>
                <c:pt idx="136">
                  <c:v>0.99130600563491689</c:v>
                </c:pt>
                <c:pt idx="137">
                  <c:v>0.96169946304877407</c:v>
                </c:pt>
                <c:pt idx="138">
                  <c:v>0.92991596880188565</c:v>
                </c:pt>
                <c:pt idx="139">
                  <c:v>0.89653604333711712</c:v>
                </c:pt>
                <c:pt idx="140">
                  <c:v>1.2447031789457255</c:v>
                </c:pt>
                <c:pt idx="141">
                  <c:v>1.2447031789457255</c:v>
                </c:pt>
                <c:pt idx="142">
                  <c:v>1.2447031789457255</c:v>
                </c:pt>
                <c:pt idx="143">
                  <c:v>1.2447031789457255</c:v>
                </c:pt>
                <c:pt idx="144">
                  <c:v>1.2447031789457255</c:v>
                </c:pt>
                <c:pt idx="145">
                  <c:v>1.2447031789457255</c:v>
                </c:pt>
                <c:pt idx="146">
                  <c:v>1.2447031789457255</c:v>
                </c:pt>
                <c:pt idx="147">
                  <c:v>1.2447031789457255</c:v>
                </c:pt>
                <c:pt idx="148">
                  <c:v>1.2447031789457255</c:v>
                </c:pt>
                <c:pt idx="149">
                  <c:v>1.2447031789457255</c:v>
                </c:pt>
                <c:pt idx="150">
                  <c:v>1.2447031789457255</c:v>
                </c:pt>
                <c:pt idx="151">
                  <c:v>1.2438686808091064</c:v>
                </c:pt>
                <c:pt idx="152">
                  <c:v>1.2426713573956965</c:v>
                </c:pt>
                <c:pt idx="153">
                  <c:v>1.2408572310117418</c:v>
                </c:pt>
                <c:pt idx="154">
                  <c:v>1.237337825826869</c:v>
                </c:pt>
                <c:pt idx="155">
                  <c:v>1.2312423611767813</c:v>
                </c:pt>
                <c:pt idx="156">
                  <c:v>1.2244938110284693</c:v>
                </c:pt>
                <c:pt idx="157">
                  <c:v>1.21480637613815</c:v>
                </c:pt>
                <c:pt idx="158">
                  <c:v>1.2026880118933323</c:v>
                </c:pt>
                <c:pt idx="159">
                  <c:v>1.1880298707109771</c:v>
                </c:pt>
              </c:numCache>
            </c:numRef>
          </c:xVal>
          <c:yVal>
            <c:numRef>
              <c:f>Sheet1!$B$266:$B$425</c:f>
              <c:numCache>
                <c:formatCode>General</c:formatCode>
                <c:ptCount val="160"/>
                <c:pt idx="0">
                  <c:v>-1.5308499161258728</c:v>
                </c:pt>
                <c:pt idx="1">
                  <c:v>-1.4962347705075676</c:v>
                </c:pt>
                <c:pt idx="2">
                  <c:v>-1.4647347870167085</c:v>
                </c:pt>
                <c:pt idx="3">
                  <c:v>-1.4365040489413188</c:v>
                </c:pt>
                <c:pt idx="4">
                  <c:v>-1.4111673969714271</c:v>
                </c:pt>
                <c:pt idx="5">
                  <c:v>-1.3890530955032589</c:v>
                </c:pt>
                <c:pt idx="6">
                  <c:v>-1.3690289673335061</c:v>
                </c:pt>
                <c:pt idx="7">
                  <c:v>-1.3522137911186916</c:v>
                </c:pt>
                <c:pt idx="8">
                  <c:v>-1.3379309402461881</c:v>
                </c:pt>
                <c:pt idx="9">
                  <c:v>-1.3245323934614754</c:v>
                </c:pt>
                <c:pt idx="10">
                  <c:v>-1.3134383967237335</c:v>
                </c:pt>
                <c:pt idx="11">
                  <c:v>-1.3031483127930741</c:v>
                </c:pt>
                <c:pt idx="12">
                  <c:v>-1.2947340254122746</c:v>
                </c:pt>
                <c:pt idx="13">
                  <c:v>-1.287391621774252</c:v>
                </c:pt>
                <c:pt idx="14">
                  <c:v>-1.2814158699082703</c:v>
                </c:pt>
                <c:pt idx="15">
                  <c:v>-1.2763378206768643</c:v>
                </c:pt>
                <c:pt idx="16">
                  <c:v>-1.272103879892895</c:v>
                </c:pt>
                <c:pt idx="17">
                  <c:v>-1.2682250005987208</c:v>
                </c:pt>
                <c:pt idx="18">
                  <c:v>-1.2651098384712751</c:v>
                </c:pt>
                <c:pt idx="19">
                  <c:v>-1.2621889552722076</c:v>
                </c:pt>
                <c:pt idx="20">
                  <c:v>-1.3670861780497228</c:v>
                </c:pt>
                <c:pt idx="21">
                  <c:v>-1.3212430502258286</c:v>
                </c:pt>
                <c:pt idx="22">
                  <c:v>-1.2779858419313839</c:v>
                </c:pt>
                <c:pt idx="23">
                  <c:v>-1.2370733793242639</c:v>
                </c:pt>
                <c:pt idx="24">
                  <c:v>-1.1988942202612252</c:v>
                </c:pt>
                <c:pt idx="25">
                  <c:v>-1.1649423027087635</c:v>
                </c:pt>
                <c:pt idx="26">
                  <c:v>-1.1349831520981462</c:v>
                </c:pt>
                <c:pt idx="27">
                  <c:v>-1.1090770618899042</c:v>
                </c:pt>
                <c:pt idx="28">
                  <c:v>-1.0867081880328264</c:v>
                </c:pt>
                <c:pt idx="29">
                  <c:v>-1.0688680229889818</c:v>
                </c:pt>
                <c:pt idx="30">
                  <c:v>-1.0541765164395442</c:v>
                </c:pt>
                <c:pt idx="31">
                  <c:v>-1.0427877516725386</c:v>
                </c:pt>
                <c:pt idx="32">
                  <c:v>-1.0329130226922054</c:v>
                </c:pt>
                <c:pt idx="33">
                  <c:v>-1.0245590287719373</c:v>
                </c:pt>
                <c:pt idx="34">
                  <c:v>-1.0177190706383412</c:v>
                </c:pt>
                <c:pt idx="35">
                  <c:v>-1.0119911918878766</c:v>
                </c:pt>
                <c:pt idx="36">
                  <c:v>-1.0069198419298628</c:v>
                </c:pt>
                <c:pt idx="37">
                  <c:v>-1.0020159738066581</c:v>
                </c:pt>
                <c:pt idx="38">
                  <c:v>-0.99805000395838306</c:v>
                </c:pt>
                <c:pt idx="39">
                  <c:v>-0.99411753047706997</c:v>
                </c:pt>
                <c:pt idx="40">
                  <c:v>-1.1267430458255479</c:v>
                </c:pt>
                <c:pt idx="41">
                  <c:v>-1.0694642583209015</c:v>
                </c:pt>
                <c:pt idx="42">
                  <c:v>-1.012942488709591</c:v>
                </c:pt>
                <c:pt idx="43">
                  <c:v>-0.95754619702819688</c:v>
                </c:pt>
                <c:pt idx="44">
                  <c:v>-0.90403910044344693</c:v>
                </c:pt>
                <c:pt idx="45">
                  <c:v>-0.85342608996419511</c:v>
                </c:pt>
                <c:pt idx="46">
                  <c:v>-0.80697332826159651</c:v>
                </c:pt>
                <c:pt idx="47">
                  <c:v>-0.76885446265908908</c:v>
                </c:pt>
                <c:pt idx="48">
                  <c:v>-0.73556577317247052</c:v>
                </c:pt>
                <c:pt idx="49">
                  <c:v>-0.71083875508128358</c:v>
                </c:pt>
                <c:pt idx="50">
                  <c:v>-0.69162523899200556</c:v>
                </c:pt>
                <c:pt idx="51">
                  <c:v>-0.67503783807253137</c:v>
                </c:pt>
                <c:pt idx="52">
                  <c:v>-0.66130432761820102</c:v>
                </c:pt>
                <c:pt idx="53">
                  <c:v>-0.64984857011727171</c:v>
                </c:pt>
                <c:pt idx="54">
                  <c:v>-0.63988005130944536</c:v>
                </c:pt>
                <c:pt idx="55">
                  <c:v>-0.63094991987743454</c:v>
                </c:pt>
                <c:pt idx="56">
                  <c:v>-0.62286389689286037</c:v>
                </c:pt>
                <c:pt idx="57">
                  <c:v>-0.61578276491713979</c:v>
                </c:pt>
                <c:pt idx="58">
                  <c:v>-0.60934476318708553</c:v>
                </c:pt>
                <c:pt idx="59">
                  <c:v>-0.60288666363685395</c:v>
                </c:pt>
                <c:pt idx="60">
                  <c:v>-0.74891742504343661</c:v>
                </c:pt>
                <c:pt idx="61">
                  <c:v>-0.68126816232742271</c:v>
                </c:pt>
                <c:pt idx="62">
                  <c:v>-0.61417493930297418</c:v>
                </c:pt>
                <c:pt idx="63">
                  <c:v>-0.54812010365434116</c:v>
                </c:pt>
                <c:pt idx="64">
                  <c:v>-0.48290267717975244</c:v>
                </c:pt>
                <c:pt idx="65">
                  <c:v>-0.41936006905325274</c:v>
                </c:pt>
                <c:pt idx="66">
                  <c:v>-0.35873834412582056</c:v>
                </c:pt>
                <c:pt idx="67">
                  <c:v>-0.30359662483333572</c:v>
                </c:pt>
                <c:pt idx="68">
                  <c:v>-0.2551742767533845</c:v>
                </c:pt>
                <c:pt idx="69">
                  <c:v>-0.21825458108810891</c:v>
                </c:pt>
                <c:pt idx="70">
                  <c:v>-0.19095504201425689</c:v>
                </c:pt>
                <c:pt idx="71">
                  <c:v>-0.16953076570550149</c:v>
                </c:pt>
                <c:pt idx="72">
                  <c:v>-0.15072590529315733</c:v>
                </c:pt>
                <c:pt idx="73">
                  <c:v>-0.13303312426394412</c:v>
                </c:pt>
                <c:pt idx="74">
                  <c:v>-0.11724963615155279</c:v>
                </c:pt>
                <c:pt idx="75">
                  <c:v>-0.10340893732294472</c:v>
                </c:pt>
                <c:pt idx="76">
                  <c:v>-9.104877791404728E-2</c:v>
                </c:pt>
                <c:pt idx="77">
                  <c:v>-8.0175857198252862E-2</c:v>
                </c:pt>
                <c:pt idx="78">
                  <c:v>-6.9825479807062399E-2</c:v>
                </c:pt>
                <c:pt idx="79">
                  <c:v>-5.9729674804781342E-2</c:v>
                </c:pt>
                <c:pt idx="80">
                  <c:v>-0.18707616272008248</c:v>
                </c:pt>
                <c:pt idx="81">
                  <c:v>-0.10557950190206811</c:v>
                </c:pt>
                <c:pt idx="82">
                  <c:v>-2.3948855616206327E-2</c:v>
                </c:pt>
                <c:pt idx="83">
                  <c:v>5.6462522912246349E-2</c:v>
                </c:pt>
                <c:pt idx="84">
                  <c:v>0.13436837319195802</c:v>
                </c:pt>
                <c:pt idx="85">
                  <c:v>0.20920595625797034</c:v>
                </c:pt>
                <c:pt idx="86">
                  <c:v>0.27786010998283772</c:v>
                </c:pt>
                <c:pt idx="87">
                  <c:v>0.33919195788985956</c:v>
                </c:pt>
                <c:pt idx="88">
                  <c:v>0.39377093821738668</c:v>
                </c:pt>
                <c:pt idx="89">
                  <c:v>0.44395519519952781</c:v>
                </c:pt>
                <c:pt idx="90">
                  <c:v>0.48847856616512736</c:v>
                </c:pt>
                <c:pt idx="91">
                  <c:v>0.52740804384810991</c:v>
                </c:pt>
                <c:pt idx="92">
                  <c:v>0.55840558183454303</c:v>
                </c:pt>
                <c:pt idx="93">
                  <c:v>0.584485853150986</c:v>
                </c:pt>
                <c:pt idx="94">
                  <c:v>0.60585653527260275</c:v>
                </c:pt>
                <c:pt idx="95">
                  <c:v>0.6233483381000452</c:v>
                </c:pt>
                <c:pt idx="96">
                  <c:v>0.63830781558517635</c:v>
                </c:pt>
                <c:pt idx="97">
                  <c:v>0.65386352840222783</c:v>
                </c:pt>
                <c:pt idx="98">
                  <c:v>0.66689361515036083</c:v>
                </c:pt>
                <c:pt idx="99">
                  <c:v>0.67935426366014362</c:v>
                </c:pt>
                <c:pt idx="100">
                  <c:v>0.10712912757863702</c:v>
                </c:pt>
                <c:pt idx="101">
                  <c:v>0.19442735915443218</c:v>
                </c:pt>
                <c:pt idx="102">
                  <c:v>0.28147101834131794</c:v>
                </c:pt>
                <c:pt idx="103">
                  <c:v>0.36613643547391644</c:v>
                </c:pt>
                <c:pt idx="104">
                  <c:v>0.44899304879057944</c:v>
                </c:pt>
                <c:pt idx="105">
                  <c:v>0.52959200697401809</c:v>
                </c:pt>
                <c:pt idx="106">
                  <c:v>0.60672744081360885</c:v>
                </c:pt>
                <c:pt idx="107">
                  <c:v>0.68072091543218438</c:v>
                </c:pt>
                <c:pt idx="108">
                  <c:v>0.74788783046394847</c:v>
                </c:pt>
                <c:pt idx="109">
                  <c:v>0.81068011997050404</c:v>
                </c:pt>
                <c:pt idx="110">
                  <c:v>0.86805269730264389</c:v>
                </c:pt>
                <c:pt idx="111">
                  <c:v>0.91774120805375037</c:v>
                </c:pt>
                <c:pt idx="112">
                  <c:v>0.96261964050914561</c:v>
                </c:pt>
                <c:pt idx="113">
                  <c:v>1.0027214910357902</c:v>
                </c:pt>
                <c:pt idx="114">
                  <c:v>1.0389310637214761</c:v>
                </c:pt>
                <c:pt idx="115">
                  <c:v>1.071342148393696</c:v>
                </c:pt>
                <c:pt idx="116">
                  <c:v>1.1013749910116293</c:v>
                </c:pt>
                <c:pt idx="117">
                  <c:v>1.12850034897728</c:v>
                </c:pt>
                <c:pt idx="118">
                  <c:v>1.1532541641620366</c:v>
                </c:pt>
                <c:pt idx="119">
                  <c:v>1.179120058729924</c:v>
                </c:pt>
                <c:pt idx="120">
                  <c:v>0.310787038706269</c:v>
                </c:pt>
                <c:pt idx="121">
                  <c:v>0.40170957718732886</c:v>
                </c:pt>
                <c:pt idx="122">
                  <c:v>0.49263211566838871</c:v>
                </c:pt>
                <c:pt idx="123">
                  <c:v>0.58265025224148026</c:v>
                </c:pt>
                <c:pt idx="124">
                  <c:v>0.67173049053964218</c:v>
                </c:pt>
                <c:pt idx="125">
                  <c:v>0.76052266008193248</c:v>
                </c:pt>
                <c:pt idx="126">
                  <c:v>0.84743903307436319</c:v>
                </c:pt>
                <c:pt idx="127">
                  <c:v>0.93290836301404501</c:v>
                </c:pt>
                <c:pt idx="128">
                  <c:v>1.016327715295666</c:v>
                </c:pt>
                <c:pt idx="129">
                  <c:v>1.0980521514090202</c:v>
                </c:pt>
                <c:pt idx="130">
                  <c:v>1.1770298854315089</c:v>
                </c:pt>
                <c:pt idx="131">
                  <c:v>1.2511104506041852</c:v>
                </c:pt>
                <c:pt idx="132">
                  <c:v>1.3212384444753711</c:v>
                </c:pt>
                <c:pt idx="133">
                  <c:v>1.388700127536399</c:v>
                </c:pt>
                <c:pt idx="134">
                  <c:v>1.4509229788046045</c:v>
                </c:pt>
                <c:pt idx="135">
                  <c:v>1.509025776936511</c:v>
                </c:pt>
                <c:pt idx="136">
                  <c:v>1.5607709646190708</c:v>
                </c:pt>
                <c:pt idx="137">
                  <c:v>1.6093205988934771</c:v>
                </c:pt>
                <c:pt idx="138">
                  <c:v>1.6540583466076322</c:v>
                </c:pt>
                <c:pt idx="139">
                  <c:v>1.6956340372805954</c:v>
                </c:pt>
                <c:pt idx="140">
                  <c:v>0.41796871371057731</c:v>
                </c:pt>
                <c:pt idx="141">
                  <c:v>0.51072015382775082</c:v>
                </c:pt>
                <c:pt idx="142">
                  <c:v>0.60346489467153108</c:v>
                </c:pt>
                <c:pt idx="143">
                  <c:v>0.69621633478870459</c:v>
                </c:pt>
                <c:pt idx="144">
                  <c:v>0.78896107563248541</c:v>
                </c:pt>
                <c:pt idx="145">
                  <c:v>0.88171251574965837</c:v>
                </c:pt>
                <c:pt idx="146">
                  <c:v>0.97445725659343918</c:v>
                </c:pt>
                <c:pt idx="147">
                  <c:v>1.06720199743722</c:v>
                </c:pt>
                <c:pt idx="148">
                  <c:v>1.159953437554393</c:v>
                </c:pt>
                <c:pt idx="149">
                  <c:v>1.2526981783981737</c:v>
                </c:pt>
                <c:pt idx="150">
                  <c:v>1.3454496185153466</c:v>
                </c:pt>
                <c:pt idx="151">
                  <c:v>1.4371626712567043</c:v>
                </c:pt>
                <c:pt idx="152">
                  <c:v>1.5283196843064968</c:v>
                </c:pt>
                <c:pt idx="153">
                  <c:v>1.618632588908852</c:v>
                </c:pt>
                <c:pt idx="154">
                  <c:v>1.706587349277098</c:v>
                </c:pt>
                <c:pt idx="155">
                  <c:v>1.790964697653826</c:v>
                </c:pt>
                <c:pt idx="156">
                  <c:v>1.874243365194207</c:v>
                </c:pt>
                <c:pt idx="157">
                  <c:v>1.9531943021231264</c:v>
                </c:pt>
                <c:pt idx="158">
                  <c:v>2.0284070444991107</c:v>
                </c:pt>
                <c:pt idx="159">
                  <c:v>2.099640418480035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113-4F26-9073-85B81116CA10}"/>
            </c:ext>
          </c:extLst>
        </c:ser>
        <c:ser>
          <c:idx val="3"/>
          <c:order val="3"/>
          <c:tx>
            <c:strRef>
              <c:f>Sheet1!$B$427</c:f>
              <c:strCache>
                <c:ptCount val="1"/>
                <c:pt idx="0">
                  <c:v>RadComp10-AIAA-79-1159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Sheet1!$A$428:$A$607</c:f>
              <c:numCache>
                <c:formatCode>General</c:formatCode>
                <c:ptCount val="180"/>
                <c:pt idx="0">
                  <c:v>-1.6856358409066525</c:v>
                </c:pt>
                <c:pt idx="1">
                  <c:v>-1.6856358409066525</c:v>
                </c:pt>
                <c:pt idx="2">
                  <c:v>-1.6856358409066525</c:v>
                </c:pt>
                <c:pt idx="3">
                  <c:v>-1.6856358409066525</c:v>
                </c:pt>
                <c:pt idx="4">
                  <c:v>-1.6856358409066525</c:v>
                </c:pt>
                <c:pt idx="5">
                  <c:v>-1.6919567170662673</c:v>
                </c:pt>
                <c:pt idx="6">
                  <c:v>-1.704598623873385</c:v>
                </c:pt>
                <c:pt idx="7">
                  <c:v>-1.7250665318113541</c:v>
                </c:pt>
                <c:pt idx="8">
                  <c:v>-1.7491463688445859</c:v>
                </c:pt>
                <c:pt idx="9">
                  <c:v>-1.7762361471683892</c:v>
                </c:pt>
                <c:pt idx="10">
                  <c:v>-1.8057340324943401</c:v>
                </c:pt>
                <c:pt idx="11">
                  <c:v>-1.8373388767560781</c:v>
                </c:pt>
                <c:pt idx="12">
                  <c:v>-1.8683415780774892</c:v>
                </c:pt>
                <c:pt idx="13">
                  <c:v>-1.9005484104677919</c:v>
                </c:pt>
                <c:pt idx="14">
                  <c:v>-1.9309492784724005</c:v>
                </c:pt>
                <c:pt idx="15">
                  <c:v>-1.9622531285079194</c:v>
                </c:pt>
                <c:pt idx="16">
                  <c:v>-1.9935568240555497</c:v>
                </c:pt>
                <c:pt idx="17">
                  <c:v>-2.0227537154791553</c:v>
                </c:pt>
                <c:pt idx="18">
                  <c:v>-2.0525524405434368</c:v>
                </c:pt>
                <c:pt idx="19">
                  <c:v>-2.0816480225668417</c:v>
                </c:pt>
                <c:pt idx="20">
                  <c:v>-1.0920675921207594</c:v>
                </c:pt>
                <c:pt idx="21">
                  <c:v>-1.0920675921207594</c:v>
                </c:pt>
                <c:pt idx="22">
                  <c:v>-1.0920675921207594</c:v>
                </c:pt>
                <c:pt idx="23">
                  <c:v>-1.0920675921207594</c:v>
                </c:pt>
                <c:pt idx="24">
                  <c:v>-1.0920675921207594</c:v>
                </c:pt>
                <c:pt idx="25">
                  <c:v>-1.0937530970855853</c:v>
                </c:pt>
                <c:pt idx="26">
                  <c:v>-1.0980874734064063</c:v>
                </c:pt>
                <c:pt idx="27">
                  <c:v>-1.1062144690873519</c:v>
                </c:pt>
                <c:pt idx="28">
                  <c:v>-1.1194582105067674</c:v>
                </c:pt>
                <c:pt idx="29">
                  <c:v>-1.1354712817314252</c:v>
                </c:pt>
                <c:pt idx="30">
                  <c:v>-1.1571431665742722</c:v>
                </c:pt>
                <c:pt idx="31">
                  <c:v>-1.1826678983824956</c:v>
                </c:pt>
                <c:pt idx="32">
                  <c:v>-1.2124065480622945</c:v>
                </c:pt>
                <c:pt idx="33">
                  <c:v>-1.2497106671946239</c:v>
                </c:pt>
                <c:pt idx="34">
                  <c:v>-1.2883179094777211</c:v>
                </c:pt>
                <c:pt idx="35">
                  <c:v>-1.3292197500015739</c:v>
                </c:pt>
                <c:pt idx="36">
                  <c:v>-1.3687795487340215</c:v>
                </c:pt>
                <c:pt idx="37">
                  <c:v>-1.4080551865903419</c:v>
                </c:pt>
                <c:pt idx="38">
                  <c:v>-1.4465558691521547</c:v>
                </c:pt>
                <c:pt idx="39">
                  <c:v>-1.4842979659820128</c:v>
                </c:pt>
                <c:pt idx="40">
                  <c:v>-0.55027079168482951</c:v>
                </c:pt>
                <c:pt idx="41">
                  <c:v>-0.55027079168482951</c:v>
                </c:pt>
                <c:pt idx="42">
                  <c:v>-0.55027079168482951</c:v>
                </c:pt>
                <c:pt idx="43">
                  <c:v>-0.55027079168482951</c:v>
                </c:pt>
                <c:pt idx="44">
                  <c:v>-0.55027079168482951</c:v>
                </c:pt>
                <c:pt idx="45">
                  <c:v>-0.55027079168482951</c:v>
                </c:pt>
                <c:pt idx="46">
                  <c:v>-0.55027079168482951</c:v>
                </c:pt>
                <c:pt idx="47">
                  <c:v>-0.55334096479101624</c:v>
                </c:pt>
                <c:pt idx="48">
                  <c:v>-0.56110688956576293</c:v>
                </c:pt>
                <c:pt idx="49">
                  <c:v>-0.57718019163441381</c:v>
                </c:pt>
                <c:pt idx="50">
                  <c:v>-0.60083842150429179</c:v>
                </c:pt>
                <c:pt idx="51">
                  <c:v>-0.63135974828202035</c:v>
                </c:pt>
                <c:pt idx="52">
                  <c:v>-0.66657652228676889</c:v>
                </c:pt>
                <c:pt idx="53">
                  <c:v>-0.70504415545220356</c:v>
                </c:pt>
                <c:pt idx="54">
                  <c:v>-0.746215945261958</c:v>
                </c:pt>
                <c:pt idx="55">
                  <c:v>-0.78685524738431134</c:v>
                </c:pt>
                <c:pt idx="56">
                  <c:v>-0.82857373971043269</c:v>
                </c:pt>
                <c:pt idx="57">
                  <c:v>-0.8686666502354401</c:v>
                </c:pt>
                <c:pt idx="58">
                  <c:v>-0.90930131772114509</c:v>
                </c:pt>
                <c:pt idx="59">
                  <c:v>-0.94939422500741244</c:v>
                </c:pt>
                <c:pt idx="60">
                  <c:v>-4.9402139975055111E-4</c:v>
                </c:pt>
                <c:pt idx="61">
                  <c:v>-4.9402139975055111E-4</c:v>
                </c:pt>
                <c:pt idx="62">
                  <c:v>-4.9402139975055111E-4</c:v>
                </c:pt>
                <c:pt idx="63">
                  <c:v>-4.9402139975055111E-4</c:v>
                </c:pt>
                <c:pt idx="64">
                  <c:v>-4.9402139975055111E-4</c:v>
                </c:pt>
                <c:pt idx="65">
                  <c:v>-4.9402139975055111E-4</c:v>
                </c:pt>
                <c:pt idx="66">
                  <c:v>-4.9402139975055111E-4</c:v>
                </c:pt>
                <c:pt idx="67">
                  <c:v>-8.4743021679199414E-3</c:v>
                </c:pt>
                <c:pt idx="68">
                  <c:v>-2.2922019196717401E-2</c:v>
                </c:pt>
                <c:pt idx="69">
                  <c:v>-4.6399867453636584E-2</c:v>
                </c:pt>
                <c:pt idx="70">
                  <c:v>-7.5295920110532585E-2</c:v>
                </c:pt>
                <c:pt idx="71">
                  <c:v>-0.11081353417748616</c:v>
                </c:pt>
                <c:pt idx="72">
                  <c:v>-0.15114736160098616</c:v>
                </c:pt>
                <c:pt idx="73">
                  <c:v>-0.19268516463386798</c:v>
                </c:pt>
                <c:pt idx="74">
                  <c:v>-0.23422296766674922</c:v>
                </c:pt>
                <c:pt idx="75">
                  <c:v>-0.27756642967216244</c:v>
                </c:pt>
                <c:pt idx="76">
                  <c:v>-0.31872802716777726</c:v>
                </c:pt>
                <c:pt idx="77">
                  <c:v>-0.36064203573792497</c:v>
                </c:pt>
                <c:pt idx="78">
                  <c:v>-0.403985805423619</c:v>
                </c:pt>
                <c:pt idx="79">
                  <c:v>-0.44552360845650024</c:v>
                </c:pt>
                <c:pt idx="80">
                  <c:v>0.33887752572581886</c:v>
                </c:pt>
                <c:pt idx="81">
                  <c:v>0.33887752572581886</c:v>
                </c:pt>
                <c:pt idx="82">
                  <c:v>0.33887752572581886</c:v>
                </c:pt>
                <c:pt idx="83">
                  <c:v>0.33887752572581886</c:v>
                </c:pt>
                <c:pt idx="84">
                  <c:v>0.33887752572581886</c:v>
                </c:pt>
                <c:pt idx="85">
                  <c:v>0.33887752572581886</c:v>
                </c:pt>
                <c:pt idx="86">
                  <c:v>0.33707156231174673</c:v>
                </c:pt>
                <c:pt idx="87">
                  <c:v>0.33157830335572874</c:v>
                </c:pt>
                <c:pt idx="88">
                  <c:v>0.31720564088297243</c:v>
                </c:pt>
                <c:pt idx="89">
                  <c:v>0.29733972269293762</c:v>
                </c:pt>
                <c:pt idx="90">
                  <c:v>0.26844397771632239</c:v>
                </c:pt>
                <c:pt idx="91">
                  <c:v>0.23413034249749015</c:v>
                </c:pt>
                <c:pt idx="92">
                  <c:v>0.19545205845695979</c:v>
                </c:pt>
                <c:pt idx="93">
                  <c:v>0.15466666325987141</c:v>
                </c:pt>
                <c:pt idx="94">
                  <c:v>0.10944187560406467</c:v>
                </c:pt>
                <c:pt idx="95">
                  <c:v>6.617316047441231E-2</c:v>
                </c:pt>
                <c:pt idx="96">
                  <c:v>2.1609972867988016E-2</c:v>
                </c:pt>
                <c:pt idx="97">
                  <c:v>-2.0514067977954908E-2</c:v>
                </c:pt>
                <c:pt idx="98">
                  <c:v>-6.3255846620217396E-2</c:v>
                </c:pt>
                <c:pt idx="99">
                  <c:v>-0.10641089493797684</c:v>
                </c:pt>
                <c:pt idx="100">
                  <c:v>0.66455746877671185</c:v>
                </c:pt>
                <c:pt idx="101">
                  <c:v>0.66455746877671185</c:v>
                </c:pt>
                <c:pt idx="102">
                  <c:v>0.66455746877671185</c:v>
                </c:pt>
                <c:pt idx="103">
                  <c:v>0.66455746877671185</c:v>
                </c:pt>
                <c:pt idx="104">
                  <c:v>0.66455746877671185</c:v>
                </c:pt>
                <c:pt idx="105">
                  <c:v>0.66455746877671185</c:v>
                </c:pt>
                <c:pt idx="106">
                  <c:v>0.66455746877671185</c:v>
                </c:pt>
                <c:pt idx="107">
                  <c:v>0.66455746877671185</c:v>
                </c:pt>
                <c:pt idx="108">
                  <c:v>0.65645518468041253</c:v>
                </c:pt>
                <c:pt idx="109">
                  <c:v>0.64119297641266526</c:v>
                </c:pt>
                <c:pt idx="110">
                  <c:v>0.61623254967160168</c:v>
                </c:pt>
                <c:pt idx="111">
                  <c:v>0.58199396900881051</c:v>
                </c:pt>
                <c:pt idx="112">
                  <c:v>0.54072179445906765</c:v>
                </c:pt>
                <c:pt idx="113">
                  <c:v>0.49572217047138428</c:v>
                </c:pt>
                <c:pt idx="114">
                  <c:v>0.45015978629542336</c:v>
                </c:pt>
                <c:pt idx="115">
                  <c:v>0.40576894822726273</c:v>
                </c:pt>
                <c:pt idx="116">
                  <c:v>0.36085055831115176</c:v>
                </c:pt>
                <c:pt idx="117">
                  <c:v>0.31631115277105232</c:v>
                </c:pt>
                <c:pt idx="118">
                  <c:v>0.27265789558789716</c:v>
                </c:pt>
                <c:pt idx="119">
                  <c:v>0.22931412914094373</c:v>
                </c:pt>
                <c:pt idx="120">
                  <c:v>0.89030613751428056</c:v>
                </c:pt>
                <c:pt idx="121">
                  <c:v>0.89030613751428056</c:v>
                </c:pt>
                <c:pt idx="122">
                  <c:v>0.89030613751428056</c:v>
                </c:pt>
                <c:pt idx="123">
                  <c:v>0.89030613751428056</c:v>
                </c:pt>
                <c:pt idx="124">
                  <c:v>0.89030613751428056</c:v>
                </c:pt>
                <c:pt idx="125">
                  <c:v>0.89030613751428056</c:v>
                </c:pt>
                <c:pt idx="126">
                  <c:v>0.88699504750960123</c:v>
                </c:pt>
                <c:pt idx="127">
                  <c:v>0.88067432616174879</c:v>
                </c:pt>
                <c:pt idx="128">
                  <c:v>0.871343354871422</c:v>
                </c:pt>
                <c:pt idx="129">
                  <c:v>0.85930328138110734</c:v>
                </c:pt>
                <c:pt idx="130">
                  <c:v>0.84184531440983568</c:v>
                </c:pt>
                <c:pt idx="131">
                  <c:v>0.81896945395760734</c:v>
                </c:pt>
                <c:pt idx="132">
                  <c:v>0.78856889330940527</c:v>
                </c:pt>
                <c:pt idx="133">
                  <c:v>0.75395411034808713</c:v>
                </c:pt>
                <c:pt idx="134">
                  <c:v>0.71602823414335026</c:v>
                </c:pt>
                <c:pt idx="135">
                  <c:v>0.67750037013392239</c:v>
                </c:pt>
                <c:pt idx="136">
                  <c:v>0.6371668536294427</c:v>
                </c:pt>
                <c:pt idx="137">
                  <c:v>0.59562904735782141</c:v>
                </c:pt>
                <c:pt idx="138">
                  <c:v>0.55310255098856287</c:v>
                </c:pt>
                <c:pt idx="139">
                  <c:v>0.51074747463924663</c:v>
                </c:pt>
                <c:pt idx="140">
                  <c:v>1.0937809303655726</c:v>
                </c:pt>
                <c:pt idx="141">
                  <c:v>1.0937809303655726</c:v>
                </c:pt>
                <c:pt idx="142">
                  <c:v>1.0937809303655726</c:v>
                </c:pt>
                <c:pt idx="143">
                  <c:v>1.0937809303655726</c:v>
                </c:pt>
                <c:pt idx="144">
                  <c:v>1.0937809303655726</c:v>
                </c:pt>
                <c:pt idx="145">
                  <c:v>1.0937809303655726</c:v>
                </c:pt>
                <c:pt idx="146">
                  <c:v>1.0937809303655726</c:v>
                </c:pt>
                <c:pt idx="147">
                  <c:v>1.0937809303655726</c:v>
                </c:pt>
                <c:pt idx="148">
                  <c:v>1.0937809303655726</c:v>
                </c:pt>
                <c:pt idx="149">
                  <c:v>1.0908911388723446</c:v>
                </c:pt>
                <c:pt idx="150">
                  <c:v>1.0836672819773159</c:v>
                </c:pt>
                <c:pt idx="151">
                  <c:v>1.0721087378424448</c:v>
                </c:pt>
                <c:pt idx="152">
                  <c:v>1.052845115137381</c:v>
                </c:pt>
                <c:pt idx="153">
                  <c:v>1.0235166453753126</c:v>
                </c:pt>
                <c:pt idx="154">
                  <c:v>0.99144169835600626</c:v>
                </c:pt>
                <c:pt idx="155">
                  <c:v>0.95772974326158411</c:v>
                </c:pt>
                <c:pt idx="156">
                  <c:v>0.92408944204641685</c:v>
                </c:pt>
                <c:pt idx="157">
                  <c:v>0.88717573680284079</c:v>
                </c:pt>
                <c:pt idx="158">
                  <c:v>0.84864787279341292</c:v>
                </c:pt>
                <c:pt idx="159">
                  <c:v>0.8108427659569426</c:v>
                </c:pt>
                <c:pt idx="160">
                  <c:v>1.2948474610790806</c:v>
                </c:pt>
                <c:pt idx="161">
                  <c:v>1.2948474610790806</c:v>
                </c:pt>
                <c:pt idx="162">
                  <c:v>1.2948474610790806</c:v>
                </c:pt>
                <c:pt idx="163">
                  <c:v>1.2948474610790806</c:v>
                </c:pt>
                <c:pt idx="164">
                  <c:v>1.2948474610790806</c:v>
                </c:pt>
                <c:pt idx="165">
                  <c:v>1.2948474610790806</c:v>
                </c:pt>
                <c:pt idx="166">
                  <c:v>1.2948474610790806</c:v>
                </c:pt>
                <c:pt idx="167">
                  <c:v>1.2948474610790806</c:v>
                </c:pt>
                <c:pt idx="168">
                  <c:v>1.2948474610790806</c:v>
                </c:pt>
                <c:pt idx="169">
                  <c:v>1.2948474610790806</c:v>
                </c:pt>
                <c:pt idx="170">
                  <c:v>1.2948474610790806</c:v>
                </c:pt>
                <c:pt idx="171">
                  <c:v>1.2948474610790806</c:v>
                </c:pt>
                <c:pt idx="172">
                  <c:v>1.2901520170908007</c:v>
                </c:pt>
                <c:pt idx="173">
                  <c:v>1.2819051783211703</c:v>
                </c:pt>
                <c:pt idx="174">
                  <c:v>1.2652898116115416</c:v>
                </c:pt>
                <c:pt idx="175">
                  <c:v>1.2359749316016591</c:v>
                </c:pt>
                <c:pt idx="176">
                  <c:v>1.1999730093405157</c:v>
                </c:pt>
                <c:pt idx="177">
                  <c:v>1.1619276009661139</c:v>
                </c:pt>
                <c:pt idx="178">
                  <c:v>1.1224663321473727</c:v>
                </c:pt>
                <c:pt idx="179">
                  <c:v>1.0830050633286317</c:v>
                </c:pt>
              </c:numCache>
            </c:numRef>
          </c:xVal>
          <c:yVal>
            <c:numRef>
              <c:f>Sheet1!$B$428:$B$607</c:f>
              <c:numCache>
                <c:formatCode>General</c:formatCode>
                <c:ptCount val="180"/>
                <c:pt idx="0">
                  <c:v>-1.88700380282921</c:v>
                </c:pt>
                <c:pt idx="1">
                  <c:v>-1.8547942425280519</c:v>
                </c:pt>
                <c:pt idx="2">
                  <c:v>-1.8225848088918475</c:v>
                </c:pt>
                <c:pt idx="3">
                  <c:v>-1.7903752485906894</c:v>
                </c:pt>
                <c:pt idx="4">
                  <c:v>-1.7581658149544852</c:v>
                </c:pt>
                <c:pt idx="5">
                  <c:v>-1.7297831882224894</c:v>
                </c:pt>
                <c:pt idx="6">
                  <c:v>-1.7075877336175116</c:v>
                </c:pt>
                <c:pt idx="7">
                  <c:v>-1.6909944990780752</c:v>
                </c:pt>
                <c:pt idx="8">
                  <c:v>-1.6776129199018135</c:v>
                </c:pt>
                <c:pt idx="9">
                  <c:v>-1.667513671939675</c:v>
                </c:pt>
                <c:pt idx="10">
                  <c:v>-1.6589247689027518</c:v>
                </c:pt>
                <c:pt idx="11">
                  <c:v>-1.6524830598257696</c:v>
                </c:pt>
                <c:pt idx="12">
                  <c:v>-1.6471028935360286</c:v>
                </c:pt>
                <c:pt idx="13">
                  <c:v>-1.6417469628289054</c:v>
                </c:pt>
                <c:pt idx="14">
                  <c:v>-1.6374680546436633</c:v>
                </c:pt>
                <c:pt idx="15">
                  <c:v>-1.6337211871626076</c:v>
                </c:pt>
                <c:pt idx="16">
                  <c:v>-1.6305096589965922</c:v>
                </c:pt>
                <c:pt idx="17">
                  <c:v>-1.6267163501827944</c:v>
                </c:pt>
                <c:pt idx="18">
                  <c:v>-1.6230159235022747</c:v>
                </c:pt>
                <c:pt idx="19">
                  <c:v>-1.6195713025500795</c:v>
                </c:pt>
                <c:pt idx="20">
                  <c:v>-1.4627996162140811</c:v>
                </c:pt>
                <c:pt idx="21">
                  <c:v>-1.4235956240865151</c:v>
                </c:pt>
                <c:pt idx="22">
                  <c:v>-1.3843913775646302</c:v>
                </c:pt>
                <c:pt idx="23">
                  <c:v>-1.3451873849048586</c:v>
                </c:pt>
                <c:pt idx="24">
                  <c:v>-1.3058590429183026</c:v>
                </c:pt>
                <c:pt idx="25">
                  <c:v>-1.2682122165113496</c:v>
                </c:pt>
                <c:pt idx="26">
                  <c:v>-1.2327318711984681</c:v>
                </c:pt>
                <c:pt idx="27">
                  <c:v>-1.200310027353529</c:v>
                </c:pt>
                <c:pt idx="28">
                  <c:v>-1.1716575106018832</c:v>
                </c:pt>
                <c:pt idx="29">
                  <c:v>-1.1470895091181044</c:v>
                </c:pt>
                <c:pt idx="30">
                  <c:v>-1.1275140323315462</c:v>
                </c:pt>
                <c:pt idx="31">
                  <c:v>-1.1103080571428425</c:v>
                </c:pt>
                <c:pt idx="32">
                  <c:v>-1.0993743958149091</c:v>
                </c:pt>
                <c:pt idx="33">
                  <c:v>-1.0946988368592609</c:v>
                </c:pt>
                <c:pt idx="34">
                  <c:v>-1.091954763043965</c:v>
                </c:pt>
                <c:pt idx="35">
                  <c:v>-1.0919801407399892</c:v>
                </c:pt>
                <c:pt idx="36">
                  <c:v>-1.091523091010469</c:v>
                </c:pt>
                <c:pt idx="37">
                  <c:v>-1.091523091010469</c:v>
                </c:pt>
                <c:pt idx="38">
                  <c:v>-1.091523091010469</c:v>
                </c:pt>
                <c:pt idx="39">
                  <c:v>-1.091523091010469</c:v>
                </c:pt>
                <c:pt idx="40">
                  <c:v>-1.0335166215867786</c:v>
                </c:pt>
                <c:pt idx="41">
                  <c:v>-0.98790099266462805</c:v>
                </c:pt>
                <c:pt idx="42">
                  <c:v>-0.94228561707238467</c:v>
                </c:pt>
                <c:pt idx="43">
                  <c:v>-0.89666998815023413</c:v>
                </c:pt>
                <c:pt idx="44">
                  <c:v>-0.85105435869587731</c:v>
                </c:pt>
                <c:pt idx="45">
                  <c:v>-0.80509511755777041</c:v>
                </c:pt>
                <c:pt idx="46">
                  <c:v>-0.75946654592549445</c:v>
                </c:pt>
                <c:pt idx="47">
                  <c:v>-0.71704290417311489</c:v>
                </c:pt>
                <c:pt idx="48">
                  <c:v>-0.67894537246064712</c:v>
                </c:pt>
                <c:pt idx="49">
                  <c:v>-0.64822306308328737</c:v>
                </c:pt>
                <c:pt idx="50">
                  <c:v>-0.62526475974696161</c:v>
                </c:pt>
                <c:pt idx="51">
                  <c:v>-0.60899597695430407</c:v>
                </c:pt>
                <c:pt idx="52">
                  <c:v>-0.59798466043003029</c:v>
                </c:pt>
                <c:pt idx="53">
                  <c:v>-0.59110277786589283</c:v>
                </c:pt>
                <c:pt idx="54">
                  <c:v>-0.58729233947982284</c:v>
                </c:pt>
                <c:pt idx="55">
                  <c:v>-0.58500429994559455</c:v>
                </c:pt>
                <c:pt idx="56">
                  <c:v>-0.58215617832168765</c:v>
                </c:pt>
                <c:pt idx="57">
                  <c:v>-0.57940347585557272</c:v>
                </c:pt>
                <c:pt idx="58">
                  <c:v>-0.57802699769145882</c:v>
                </c:pt>
                <c:pt idx="59">
                  <c:v>-0.57695200500207178</c:v>
                </c:pt>
                <c:pt idx="60">
                  <c:v>-0.55685984164542468</c:v>
                </c:pt>
                <c:pt idx="61">
                  <c:v>-0.50471177854266691</c:v>
                </c:pt>
                <c:pt idx="62">
                  <c:v>-0.45256396930202203</c:v>
                </c:pt>
                <c:pt idx="63">
                  <c:v>-0.4004161600613777</c:v>
                </c:pt>
                <c:pt idx="64">
                  <c:v>-0.34826809695861993</c:v>
                </c:pt>
                <c:pt idx="65">
                  <c:v>-0.29612028771797511</c:v>
                </c:pt>
                <c:pt idx="66">
                  <c:v>-0.24242800107252471</c:v>
                </c:pt>
                <c:pt idx="67">
                  <c:v>-0.20042029775688783</c:v>
                </c:pt>
                <c:pt idx="68">
                  <c:v>-0.16284402106813464</c:v>
                </c:pt>
                <c:pt idx="69">
                  <c:v>-0.1333195315986781</c:v>
                </c:pt>
                <c:pt idx="70">
                  <c:v>-0.11184733707274436</c:v>
                </c:pt>
                <c:pt idx="71">
                  <c:v>-9.6900724579184819E-2</c:v>
                </c:pt>
                <c:pt idx="72">
                  <c:v>-8.7690959966402082E-2</c:v>
                </c:pt>
                <c:pt idx="73">
                  <c:v>-7.9638918352786858E-2</c:v>
                </c:pt>
                <c:pt idx="74">
                  <c:v>-7.4270806521877841E-2</c:v>
                </c:pt>
                <c:pt idx="75">
                  <c:v>-6.890269469096881E-2</c:v>
                </c:pt>
                <c:pt idx="76">
                  <c:v>-6.4020308896458322E-2</c:v>
                </c:pt>
                <c:pt idx="77">
                  <c:v>-6.08506530773536E-2</c:v>
                </c:pt>
                <c:pt idx="78">
                  <c:v>-5.816647049694551E-2</c:v>
                </c:pt>
                <c:pt idx="79">
                  <c:v>-5.5482541246444576E-2</c:v>
                </c:pt>
                <c:pt idx="80">
                  <c:v>-0.24198287913688279</c:v>
                </c:pt>
                <c:pt idx="81">
                  <c:v>-0.18578938169433495</c:v>
                </c:pt>
                <c:pt idx="82">
                  <c:v>-0.12959588425178761</c:v>
                </c:pt>
                <c:pt idx="83">
                  <c:v>-7.3402386809240258E-2</c:v>
                </c:pt>
                <c:pt idx="84">
                  <c:v>-1.7208889366692424E-2</c:v>
                </c:pt>
                <c:pt idx="85">
                  <c:v>3.9992350190101521E-2</c:v>
                </c:pt>
                <c:pt idx="86">
                  <c:v>9.3672962903787016E-2</c:v>
                </c:pt>
                <c:pt idx="87">
                  <c:v>0.14381518481291197</c:v>
                </c:pt>
                <c:pt idx="88">
                  <c:v>0.18569701616129158</c:v>
                </c:pt>
                <c:pt idx="89">
                  <c:v>0.22020616273128377</c:v>
                </c:pt>
                <c:pt idx="90">
                  <c:v>0.2432121761787111</c:v>
                </c:pt>
                <c:pt idx="91">
                  <c:v>0.26238389565231202</c:v>
                </c:pt>
                <c:pt idx="92">
                  <c:v>0.27656080726629118</c:v>
                </c:pt>
                <c:pt idx="93">
                  <c:v>0.28538990909973982</c:v>
                </c:pt>
                <c:pt idx="94">
                  <c:v>0.29154802439281258</c:v>
                </c:pt>
                <c:pt idx="95">
                  <c:v>0.29689278889239706</c:v>
                </c:pt>
                <c:pt idx="96">
                  <c:v>0.30174675170993687</c:v>
                </c:pt>
                <c:pt idx="97">
                  <c:v>0.30839592254716719</c:v>
                </c:pt>
                <c:pt idx="98">
                  <c:v>0.31188812641330493</c:v>
                </c:pt>
                <c:pt idx="99">
                  <c:v>0.31495424108361342</c:v>
                </c:pt>
                <c:pt idx="100">
                  <c:v>7.5006509930623064E-2</c:v>
                </c:pt>
                <c:pt idx="101">
                  <c:v>0.13509190782286687</c:v>
                </c:pt>
                <c:pt idx="102">
                  <c:v>0.19517730518290494</c:v>
                </c:pt>
                <c:pt idx="103">
                  <c:v>0.25526270307514826</c:v>
                </c:pt>
                <c:pt idx="104">
                  <c:v>0.31534810096739208</c:v>
                </c:pt>
                <c:pt idx="105">
                  <c:v>0.37543349832742967</c:v>
                </c:pt>
                <c:pt idx="106">
                  <c:v>0.43551889621967343</c:v>
                </c:pt>
                <c:pt idx="107">
                  <c:v>0.49551141197863868</c:v>
                </c:pt>
                <c:pt idx="108">
                  <c:v>0.54685196151989346</c:v>
                </c:pt>
                <c:pt idx="109">
                  <c:v>0.59003515286056107</c:v>
                </c:pt>
                <c:pt idx="110">
                  <c:v>0.62212734211591636</c:v>
                </c:pt>
                <c:pt idx="111">
                  <c:v>0.64334956814551048</c:v>
                </c:pt>
                <c:pt idx="112">
                  <c:v>0.65601854572604068</c:v>
                </c:pt>
                <c:pt idx="113">
                  <c:v>0.66373128918300617</c:v>
                </c:pt>
                <c:pt idx="114">
                  <c:v>0.67000969360566986</c:v>
                </c:pt>
                <c:pt idx="115">
                  <c:v>0.67682051925958653</c:v>
                </c:pt>
                <c:pt idx="116">
                  <c:v>0.68259695632487272</c:v>
                </c:pt>
                <c:pt idx="117">
                  <c:v>0.68730144544951155</c:v>
                </c:pt>
                <c:pt idx="118">
                  <c:v>0.69182930668264087</c:v>
                </c:pt>
                <c:pt idx="119">
                  <c:v>0.69796407464438859</c:v>
                </c:pt>
                <c:pt idx="120">
                  <c:v>0.30324656481679352</c:v>
                </c:pt>
                <c:pt idx="121">
                  <c:v>0.36603492469935001</c:v>
                </c:pt>
                <c:pt idx="122">
                  <c:v>0.42882353844401983</c:v>
                </c:pt>
                <c:pt idx="123">
                  <c:v>0.49161215218869014</c:v>
                </c:pt>
                <c:pt idx="124">
                  <c:v>0.55440076593335996</c:v>
                </c:pt>
                <c:pt idx="125">
                  <c:v>0.61718937967802978</c:v>
                </c:pt>
                <c:pt idx="126">
                  <c:v>0.67647944513255609</c:v>
                </c:pt>
                <c:pt idx="127">
                  <c:v>0.7332403845372405</c:v>
                </c:pt>
                <c:pt idx="128">
                  <c:v>0.78460301263146015</c:v>
                </c:pt>
                <c:pt idx="129">
                  <c:v>0.83277669830464907</c:v>
                </c:pt>
                <c:pt idx="130">
                  <c:v>0.87559775188156796</c:v>
                </c:pt>
                <c:pt idx="131">
                  <c:v>0.91199574965866226</c:v>
                </c:pt>
                <c:pt idx="132">
                  <c:v>0.93860715062367817</c:v>
                </c:pt>
                <c:pt idx="133">
                  <c:v>0.95909901056388402</c:v>
                </c:pt>
                <c:pt idx="134">
                  <c:v>0.97622783774826782</c:v>
                </c:pt>
                <c:pt idx="135">
                  <c:v>0.99121530820469728</c:v>
                </c:pt>
                <c:pt idx="136">
                  <c:v>1.0040614214009649</c:v>
                </c:pt>
                <c:pt idx="137">
                  <c:v>1.0136962602933302</c:v>
                </c:pt>
                <c:pt idx="138">
                  <c:v>1.0224362868607864</c:v>
                </c:pt>
                <c:pt idx="139">
                  <c:v>1.0297541555177259</c:v>
                </c:pt>
                <c:pt idx="140">
                  <c:v>0.51494096754526386</c:v>
                </c:pt>
                <c:pt idx="141">
                  <c:v>0.5801698864681013</c:v>
                </c:pt>
                <c:pt idx="142">
                  <c:v>0.64539855099662002</c:v>
                </c:pt>
                <c:pt idx="143">
                  <c:v>0.71062746938725263</c:v>
                </c:pt>
                <c:pt idx="144">
                  <c:v>0.77585638777788435</c:v>
                </c:pt>
                <c:pt idx="145">
                  <c:v>0.84108530616851596</c:v>
                </c:pt>
                <c:pt idx="146">
                  <c:v>0.90631422455914856</c:v>
                </c:pt>
                <c:pt idx="147">
                  <c:v>0.97154314294978028</c:v>
                </c:pt>
                <c:pt idx="148">
                  <c:v>1.0346190306806917</c:v>
                </c:pt>
                <c:pt idx="149">
                  <c:v>1.0988795422794744</c:v>
                </c:pt>
                <c:pt idx="150">
                  <c:v>1.1553120937441121</c:v>
                </c:pt>
                <c:pt idx="151">
                  <c:v>1.2033294578338136</c:v>
                </c:pt>
                <c:pt idx="152">
                  <c:v>1.2493414815354347</c:v>
                </c:pt>
                <c:pt idx="153">
                  <c:v>1.2782130067819339</c:v>
                </c:pt>
                <c:pt idx="154">
                  <c:v>1.3037331742687897</c:v>
                </c:pt>
                <c:pt idx="155">
                  <c:v>1.3278200160409721</c:v>
                </c:pt>
                <c:pt idx="156">
                  <c:v>1.3490980731082618</c:v>
                </c:pt>
                <c:pt idx="157">
                  <c:v>1.3672765163504204</c:v>
                </c:pt>
                <c:pt idx="158">
                  <c:v>1.3824167569817809</c:v>
                </c:pt>
                <c:pt idx="159">
                  <c:v>1.3966393525998078</c:v>
                </c:pt>
                <c:pt idx="160">
                  <c:v>0.72969412613599494</c:v>
                </c:pt>
                <c:pt idx="161">
                  <c:v>0.79733797200877088</c:v>
                </c:pt>
                <c:pt idx="162">
                  <c:v>0.86498181734934099</c:v>
                </c:pt>
                <c:pt idx="163">
                  <c:v>0.93262566322211604</c:v>
                </c:pt>
                <c:pt idx="164">
                  <c:v>1.0002695085626863</c:v>
                </c:pt>
                <c:pt idx="165">
                  <c:v>1.0679133544354622</c:v>
                </c:pt>
                <c:pt idx="166">
                  <c:v>1.1355571997760323</c:v>
                </c:pt>
                <c:pt idx="167">
                  <c:v>1.2032010472454246</c:v>
                </c:pt>
                <c:pt idx="168">
                  <c:v>1.2708454013746329</c:v>
                </c:pt>
                <c:pt idx="169">
                  <c:v>1.3384892445863803</c:v>
                </c:pt>
                <c:pt idx="170">
                  <c:v>1.4061330877981275</c:v>
                </c:pt>
                <c:pt idx="171">
                  <c:v>1.4723410719961274</c:v>
                </c:pt>
                <c:pt idx="172">
                  <c:v>1.5359996312871422</c:v>
                </c:pt>
                <c:pt idx="173">
                  <c:v>1.5930524110028714</c:v>
                </c:pt>
                <c:pt idx="174">
                  <c:v>1.639228886262069</c:v>
                </c:pt>
                <c:pt idx="175">
                  <c:v>1.6702874469185154</c:v>
                </c:pt>
                <c:pt idx="176">
                  <c:v>1.6925643635871188</c:v>
                </c:pt>
                <c:pt idx="177">
                  <c:v>1.7099053439248906</c:v>
                </c:pt>
                <c:pt idx="178">
                  <c:v>1.7255582157189986</c:v>
                </c:pt>
                <c:pt idx="179">
                  <c:v>1.7404791982510373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B113-4F26-9073-85B81116CA10}"/>
            </c:ext>
          </c:extLst>
        </c:ser>
        <c:ser>
          <c:idx val="4"/>
          <c:order val="4"/>
          <c:tx>
            <c:strRef>
              <c:f>Sheet1!$B$609</c:f>
              <c:strCache>
                <c:ptCount val="1"/>
                <c:pt idx="0">
                  <c:v>RadComp9-AIAA-79-1159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Sheet1!$A$610:$A$769</c:f>
              <c:numCache>
                <c:formatCode>General</c:formatCode>
                <c:ptCount val="160"/>
                <c:pt idx="0">
                  <c:v>-1.2987427447900992</c:v>
                </c:pt>
                <c:pt idx="1">
                  <c:v>-1.2987427447900992</c:v>
                </c:pt>
                <c:pt idx="2">
                  <c:v>-1.2987427447900992</c:v>
                </c:pt>
                <c:pt idx="3">
                  <c:v>-1.2987427447900992</c:v>
                </c:pt>
                <c:pt idx="4">
                  <c:v>-1.3039554642404978</c:v>
                </c:pt>
                <c:pt idx="5">
                  <c:v>-1.314468744017304</c:v>
                </c:pt>
                <c:pt idx="6">
                  <c:v>-1.3355316440852336</c:v>
                </c:pt>
                <c:pt idx="7">
                  <c:v>-1.368781654561904</c:v>
                </c:pt>
                <c:pt idx="8">
                  <c:v>-1.4148799118092423</c:v>
                </c:pt>
                <c:pt idx="9">
                  <c:v>-1.4734826324506749</c:v>
                </c:pt>
                <c:pt idx="10">
                  <c:v>-1.5432832843765223</c:v>
                </c:pt>
                <c:pt idx="11">
                  <c:v>-1.622127245596648</c:v>
                </c:pt>
                <c:pt idx="12">
                  <c:v>-1.7071938992881306</c:v>
                </c:pt>
                <c:pt idx="13">
                  <c:v>-1.7952525754807134</c:v>
                </c:pt>
                <c:pt idx="14">
                  <c:v>-1.882987291395805</c:v>
                </c:pt>
                <c:pt idx="15">
                  <c:v>-1.9706792526858181</c:v>
                </c:pt>
                <c:pt idx="16">
                  <c:v>-2.0502208860013411</c:v>
                </c:pt>
                <c:pt idx="17">
                  <c:v>-2.1252171559351107</c:v>
                </c:pt>
                <c:pt idx="18">
                  <c:v>-2.1956682556685032</c:v>
                </c:pt>
                <c:pt idx="19">
                  <c:v>-2.263846770913041</c:v>
                </c:pt>
                <c:pt idx="20">
                  <c:v>-0.81391824444179506</c:v>
                </c:pt>
                <c:pt idx="21">
                  <c:v>-0.81391824444179506</c:v>
                </c:pt>
                <c:pt idx="22">
                  <c:v>-0.81391824444179506</c:v>
                </c:pt>
                <c:pt idx="23">
                  <c:v>-0.81391824444179506</c:v>
                </c:pt>
                <c:pt idx="24">
                  <c:v>-0.81391824444179506</c:v>
                </c:pt>
                <c:pt idx="25">
                  <c:v>-0.8219898636396421</c:v>
                </c:pt>
                <c:pt idx="26">
                  <c:v>-0.8396951935432726</c:v>
                </c:pt>
                <c:pt idx="27">
                  <c:v>-0.87256430210532487</c:v>
                </c:pt>
                <c:pt idx="28">
                  <c:v>-0.92146821236247467</c:v>
                </c:pt>
                <c:pt idx="29">
                  <c:v>-0.98471851827020707</c:v>
                </c:pt>
                <c:pt idx="30">
                  <c:v>-1.0578454539436066</c:v>
                </c:pt>
                <c:pt idx="31">
                  <c:v>-1.1337887307736434</c:v>
                </c:pt>
                <c:pt idx="32">
                  <c:v>-1.213898607922846</c:v>
                </c:pt>
                <c:pt idx="33">
                  <c:v>-1.2926825186713746</c:v>
                </c:pt>
                <c:pt idx="34">
                  <c:v>-1.3724134371312808</c:v>
                </c:pt>
                <c:pt idx="35">
                  <c:v>-1.4502505349800296</c:v>
                </c:pt>
                <c:pt idx="36">
                  <c:v>-1.5292239248694286</c:v>
                </c:pt>
                <c:pt idx="37">
                  <c:v>-1.6025156589288685</c:v>
                </c:pt>
                <c:pt idx="38">
                  <c:v>-1.6744818153957202</c:v>
                </c:pt>
                <c:pt idx="39">
                  <c:v>-1.7439859078252904</c:v>
                </c:pt>
                <c:pt idx="40">
                  <c:v>-0.23667393556596752</c:v>
                </c:pt>
                <c:pt idx="41">
                  <c:v>-0.23667393556596752</c:v>
                </c:pt>
                <c:pt idx="42">
                  <c:v>-0.23667393556596752</c:v>
                </c:pt>
                <c:pt idx="43">
                  <c:v>-0.23667393556596752</c:v>
                </c:pt>
                <c:pt idx="44">
                  <c:v>-0.24197663392929589</c:v>
                </c:pt>
                <c:pt idx="45">
                  <c:v>-0.26015769946333456</c:v>
                </c:pt>
                <c:pt idx="46">
                  <c:v>-0.29500438784275529</c:v>
                </c:pt>
                <c:pt idx="47">
                  <c:v>-0.34500203073463115</c:v>
                </c:pt>
                <c:pt idx="48">
                  <c:v>-0.41100415970240728</c:v>
                </c:pt>
                <c:pt idx="49">
                  <c:v>-0.48307350844379854</c:v>
                </c:pt>
                <c:pt idx="50">
                  <c:v>-0.55700733460492313</c:v>
                </c:pt>
                <c:pt idx="51">
                  <c:v>-0.63438171292794077</c:v>
                </c:pt>
                <c:pt idx="52">
                  <c:v>-0.70899921776134589</c:v>
                </c:pt>
                <c:pt idx="53">
                  <c:v>-0.78607859508087818</c:v>
                </c:pt>
                <c:pt idx="54">
                  <c:v>-0.86012824529624499</c:v>
                </c:pt>
                <c:pt idx="55">
                  <c:v>-0.93701833584117145</c:v>
                </c:pt>
                <c:pt idx="56">
                  <c:v>-1.0110675976560077</c:v>
                </c:pt>
                <c:pt idx="57">
                  <c:v>-1.0843593317154478</c:v>
                </c:pt>
                <c:pt idx="58">
                  <c:v>-1.155946723897046</c:v>
                </c:pt>
                <c:pt idx="59">
                  <c:v>-1.226019060160296</c:v>
                </c:pt>
                <c:pt idx="60">
                  <c:v>0.32238930777582198</c:v>
                </c:pt>
                <c:pt idx="61">
                  <c:v>0.32087425226502952</c:v>
                </c:pt>
                <c:pt idx="62">
                  <c:v>0.32087425226502952</c:v>
                </c:pt>
                <c:pt idx="63">
                  <c:v>0.32087425226502952</c:v>
                </c:pt>
                <c:pt idx="64">
                  <c:v>0.31992743936525098</c:v>
                </c:pt>
                <c:pt idx="65">
                  <c:v>0.30319379548249525</c:v>
                </c:pt>
                <c:pt idx="66">
                  <c:v>0.265515218921197</c:v>
                </c:pt>
                <c:pt idx="67">
                  <c:v>0.21545577836666857</c:v>
                </c:pt>
                <c:pt idx="68">
                  <c:v>0.15597950784355286</c:v>
                </c:pt>
                <c:pt idx="69">
                  <c:v>9.0106031966655106E-2</c:v>
                </c:pt>
                <c:pt idx="70">
                  <c:v>2.3161756611250472E-2</c:v>
                </c:pt>
                <c:pt idx="71">
                  <c:v>-5.1077177933387945E-2</c:v>
                </c:pt>
                <c:pt idx="72">
                  <c:v>-0.12683078081095539</c:v>
                </c:pt>
                <c:pt idx="73">
                  <c:v>-0.20409983045273414</c:v>
                </c:pt>
                <c:pt idx="74">
                  <c:v>-0.28193673552766263</c:v>
                </c:pt>
                <c:pt idx="75">
                  <c:v>-0.36166765358001313</c:v>
                </c:pt>
                <c:pt idx="76">
                  <c:v>-0.43742164363544406</c:v>
                </c:pt>
                <c:pt idx="77">
                  <c:v>-0.51317563776643171</c:v>
                </c:pt>
                <c:pt idx="78">
                  <c:v>-0.58741418513320598</c:v>
                </c:pt>
                <c:pt idx="79">
                  <c:v>-0.65938053641165706</c:v>
                </c:pt>
                <c:pt idx="80">
                  <c:v>0.75835245890312297</c:v>
                </c:pt>
                <c:pt idx="81">
                  <c:v>0.75835245890312297</c:v>
                </c:pt>
                <c:pt idx="82">
                  <c:v>0.75835245890312297</c:v>
                </c:pt>
                <c:pt idx="83">
                  <c:v>0.75835245890312297</c:v>
                </c:pt>
                <c:pt idx="84">
                  <c:v>0.75835245890312297</c:v>
                </c:pt>
                <c:pt idx="85">
                  <c:v>0.75835245890312297</c:v>
                </c:pt>
                <c:pt idx="86">
                  <c:v>0.74593427911491395</c:v>
                </c:pt>
                <c:pt idx="87">
                  <c:v>0.72271636784120641</c:v>
                </c:pt>
                <c:pt idx="88">
                  <c:v>0.6873387485701945</c:v>
                </c:pt>
                <c:pt idx="89">
                  <c:v>0.64211909244921939</c:v>
                </c:pt>
                <c:pt idx="90">
                  <c:v>0.58449758321922807</c:v>
                </c:pt>
                <c:pt idx="91">
                  <c:v>0.51934937706831874</c:v>
                </c:pt>
                <c:pt idx="92">
                  <c:v>0.44965560905605634</c:v>
                </c:pt>
                <c:pt idx="93">
                  <c:v>0.3776896490310262</c:v>
                </c:pt>
                <c:pt idx="94">
                  <c:v>0.30723874044123178</c:v>
                </c:pt>
                <c:pt idx="95">
                  <c:v>0.23451486140738512</c:v>
                </c:pt>
                <c:pt idx="96">
                  <c:v>0.16179137362695875</c:v>
                </c:pt>
                <c:pt idx="97">
                  <c:v>8.9825022348508338E-2</c:v>
                </c:pt>
                <c:pt idx="98">
                  <c:v>1.5586083728313119E-2</c:v>
                </c:pt>
                <c:pt idx="99">
                  <c:v>-5.8652459562905025E-2</c:v>
                </c:pt>
                <c:pt idx="100">
                  <c:v>0.9361127406435632</c:v>
                </c:pt>
                <c:pt idx="101">
                  <c:v>0.9361127406435632</c:v>
                </c:pt>
                <c:pt idx="102">
                  <c:v>0.9361127406435632</c:v>
                </c:pt>
                <c:pt idx="103">
                  <c:v>0.9361127406435632</c:v>
                </c:pt>
                <c:pt idx="104">
                  <c:v>0.9361127406435632</c:v>
                </c:pt>
                <c:pt idx="105">
                  <c:v>0.9361127406435632</c:v>
                </c:pt>
                <c:pt idx="106">
                  <c:v>0.93372277727567465</c:v>
                </c:pt>
                <c:pt idx="107">
                  <c:v>0.92804112144571616</c:v>
                </c:pt>
                <c:pt idx="108">
                  <c:v>0.9113754986003334</c:v>
                </c:pt>
                <c:pt idx="109">
                  <c:v>0.8806950192866585</c:v>
                </c:pt>
                <c:pt idx="110">
                  <c:v>0.84092420283267477</c:v>
                </c:pt>
                <c:pt idx="111">
                  <c:v>0.79736574760171119</c:v>
                </c:pt>
                <c:pt idx="112">
                  <c:v>0.74282293410190259</c:v>
                </c:pt>
                <c:pt idx="113">
                  <c:v>0.68297742223876623</c:v>
                </c:pt>
                <c:pt idx="114">
                  <c:v>0.61176898996913165</c:v>
                </c:pt>
                <c:pt idx="115">
                  <c:v>0.53942406840191526</c:v>
                </c:pt>
                <c:pt idx="116">
                  <c:v>0.4678366786656511</c:v>
                </c:pt>
                <c:pt idx="117">
                  <c:v>0.39624928485383093</c:v>
                </c:pt>
                <c:pt idx="118">
                  <c:v>0.32390436328661376</c:v>
                </c:pt>
                <c:pt idx="119">
                  <c:v>0.25383202906114216</c:v>
                </c:pt>
                <c:pt idx="120">
                  <c:v>1.1026539120628716</c:v>
                </c:pt>
                <c:pt idx="121">
                  <c:v>1.1026539120628716</c:v>
                </c:pt>
                <c:pt idx="122">
                  <c:v>1.1026539120628716</c:v>
                </c:pt>
                <c:pt idx="123">
                  <c:v>1.1026539120628716</c:v>
                </c:pt>
                <c:pt idx="124">
                  <c:v>1.1026539120628716</c:v>
                </c:pt>
                <c:pt idx="125">
                  <c:v>1.1026539120628716</c:v>
                </c:pt>
                <c:pt idx="126">
                  <c:v>1.1026539120628716</c:v>
                </c:pt>
                <c:pt idx="127">
                  <c:v>1.0986765968880878</c:v>
                </c:pt>
                <c:pt idx="128">
                  <c:v>1.0882604853058127</c:v>
                </c:pt>
                <c:pt idx="129">
                  <c:v>1.0709900865612798</c:v>
                </c:pt>
                <c:pt idx="130">
                  <c:v>1.0457596125237449</c:v>
                </c:pt>
                <c:pt idx="131">
                  <c:v>1.0172413381805618</c:v>
                </c:pt>
                <c:pt idx="132">
                  <c:v>0.98315178630311628</c:v>
                </c:pt>
                <c:pt idx="133">
                  <c:v>0.94054053114979552</c:v>
                </c:pt>
                <c:pt idx="134">
                  <c:v>0.89084605667655792</c:v>
                </c:pt>
                <c:pt idx="135">
                  <c:v>0.83509135200903961</c:v>
                </c:pt>
                <c:pt idx="136">
                  <c:v>0.77570020355821745</c:v>
                </c:pt>
                <c:pt idx="137">
                  <c:v>0.71267299850195542</c:v>
                </c:pt>
                <c:pt idx="138">
                  <c:v>0.65085807179126787</c:v>
                </c:pt>
                <c:pt idx="139">
                  <c:v>0.58752769831636831</c:v>
                </c:pt>
                <c:pt idx="140">
                  <c:v>1.2450711678555595</c:v>
                </c:pt>
                <c:pt idx="141">
                  <c:v>1.2450711678555595</c:v>
                </c:pt>
                <c:pt idx="142">
                  <c:v>1.2450711678555595</c:v>
                </c:pt>
                <c:pt idx="143">
                  <c:v>1.2450711678555595</c:v>
                </c:pt>
                <c:pt idx="144">
                  <c:v>1.2450711678555595</c:v>
                </c:pt>
                <c:pt idx="145">
                  <c:v>1.2450711678555595</c:v>
                </c:pt>
                <c:pt idx="146">
                  <c:v>1.2450711678555595</c:v>
                </c:pt>
                <c:pt idx="147">
                  <c:v>1.2450711678555595</c:v>
                </c:pt>
                <c:pt idx="148">
                  <c:v>1.2446164172653813</c:v>
                </c:pt>
                <c:pt idx="149">
                  <c:v>1.239843871362359</c:v>
                </c:pt>
                <c:pt idx="150">
                  <c:v>1.229617436177888</c:v>
                </c:pt>
                <c:pt idx="151">
                  <c:v>1.2146180638369741</c:v>
                </c:pt>
                <c:pt idx="152">
                  <c:v>1.1905283543557517</c:v>
                </c:pt>
                <c:pt idx="153">
                  <c:v>1.1602268365842638</c:v>
                </c:pt>
                <c:pt idx="154">
                  <c:v>1.1205318091782719</c:v>
                </c:pt>
                <c:pt idx="155">
                  <c:v>1.0762158261919115</c:v>
                </c:pt>
                <c:pt idx="156">
                  <c:v>1.0299300330290249</c:v>
                </c:pt>
                <c:pt idx="157">
                  <c:v>0.98348682557329747</c:v>
                </c:pt>
                <c:pt idx="158">
                  <c:v>0.93898582862572832</c:v>
                </c:pt>
                <c:pt idx="159">
                  <c:v>0.88983394521112325</c:v>
                </c:pt>
              </c:numCache>
            </c:numRef>
          </c:xVal>
          <c:yVal>
            <c:numRef>
              <c:f>Sheet1!$B$610:$B$769</c:f>
              <c:numCache>
                <c:formatCode>General</c:formatCode>
                <c:ptCount val="160"/>
                <c:pt idx="0">
                  <c:v>-1.9065512439836909</c:v>
                </c:pt>
                <c:pt idx="1">
                  <c:v>-1.8360992835790331</c:v>
                </c:pt>
                <c:pt idx="2">
                  <c:v>-1.7656473223693798</c:v>
                </c:pt>
                <c:pt idx="3">
                  <c:v>-1.6965252161326472</c:v>
                </c:pt>
                <c:pt idx="4">
                  <c:v>-1.6284646518203578</c:v>
                </c:pt>
                <c:pt idx="5">
                  <c:v>-1.565773213456588</c:v>
                </c:pt>
                <c:pt idx="6">
                  <c:v>-1.5112660717171966</c:v>
                </c:pt>
                <c:pt idx="7">
                  <c:v>-1.4666156667279435</c:v>
                </c:pt>
                <c:pt idx="8">
                  <c:v>-1.4327674262530645</c:v>
                </c:pt>
                <c:pt idx="9">
                  <c:v>-1.4098526273479131</c:v>
                </c:pt>
                <c:pt idx="10">
                  <c:v>-1.3971824482472444</c:v>
                </c:pt>
                <c:pt idx="11">
                  <c:v>-1.3933232024391957</c:v>
                </c:pt>
                <c:pt idx="12">
                  <c:v>-1.3962402839347452</c:v>
                </c:pt>
                <c:pt idx="13">
                  <c:v>-1.4035073654720045</c:v>
                </c:pt>
                <c:pt idx="14">
                  <c:v>-1.4125666511448054</c:v>
                </c:pt>
                <c:pt idx="15">
                  <c:v>-1.4232444478801616</c:v>
                </c:pt>
                <c:pt idx="16">
                  <c:v>-1.429739987120094</c:v>
                </c:pt>
                <c:pt idx="17">
                  <c:v>-1.4346118335414688</c:v>
                </c:pt>
                <c:pt idx="18">
                  <c:v>-1.4386716415621394</c:v>
                </c:pt>
                <c:pt idx="19">
                  <c:v>-1.4419194119871011</c:v>
                </c:pt>
                <c:pt idx="20">
                  <c:v>-1.5727130619100957</c:v>
                </c:pt>
                <c:pt idx="21">
                  <c:v>-1.4942211341333702</c:v>
                </c:pt>
                <c:pt idx="22">
                  <c:v>-1.4157293979455727</c:v>
                </c:pt>
                <c:pt idx="23">
                  <c:v>-1.337237661757775</c:v>
                </c:pt>
                <c:pt idx="24">
                  <c:v>-1.2569095787014659</c:v>
                </c:pt>
                <c:pt idx="25">
                  <c:v>-1.1867992455050083</c:v>
                </c:pt>
                <c:pt idx="26">
                  <c:v>-1.1230418514264955</c:v>
                </c:pt>
                <c:pt idx="27">
                  <c:v>-1.0724726446097961</c:v>
                </c:pt>
                <c:pt idx="28">
                  <c:v>-1.0363262836755636</c:v>
                </c:pt>
                <c:pt idx="29">
                  <c:v>-1.0135903595994</c:v>
                </c:pt>
                <c:pt idx="30">
                  <c:v>-1.0002624508794908</c:v>
                </c:pt>
                <c:pt idx="31">
                  <c:v>-0.99151619655991663</c:v>
                </c:pt>
                <c:pt idx="32">
                  <c:v>-0.98803638779347847</c:v>
                </c:pt>
                <c:pt idx="33">
                  <c:v>-0.98478861817351215</c:v>
                </c:pt>
                <c:pt idx="34">
                  <c:v>-0.98502065651498871</c:v>
                </c:pt>
                <c:pt idx="35">
                  <c:v>-0.98478861817351215</c:v>
                </c:pt>
                <c:pt idx="36">
                  <c:v>-0.9868765800689463</c:v>
                </c:pt>
                <c:pt idx="37">
                  <c:v>-0.9868765800689463</c:v>
                </c:pt>
                <c:pt idx="38">
                  <c:v>-0.98730841346233822</c:v>
                </c:pt>
                <c:pt idx="39">
                  <c:v>-0.9868765800689463</c:v>
                </c:pt>
                <c:pt idx="40">
                  <c:v>-1.1212653857578792</c:v>
                </c:pt>
                <c:pt idx="41">
                  <c:v>-1.033859651899226</c:v>
                </c:pt>
                <c:pt idx="42">
                  <c:v>-0.94645411043449645</c:v>
                </c:pt>
                <c:pt idx="43">
                  <c:v>-0.86021144775211256</c:v>
                </c:pt>
                <c:pt idx="44">
                  <c:v>-0.77634425110624405</c:v>
                </c:pt>
                <c:pt idx="45">
                  <c:v>-0.70509752508922074</c:v>
                </c:pt>
                <c:pt idx="46">
                  <c:v>-0.65004320215194233</c:v>
                </c:pt>
                <c:pt idx="47">
                  <c:v>-0.6095620032661504</c:v>
                </c:pt>
                <c:pt idx="48">
                  <c:v>-0.58547530479913457</c:v>
                </c:pt>
                <c:pt idx="49">
                  <c:v>-0.56794997649365064</c:v>
                </c:pt>
                <c:pt idx="50">
                  <c:v>-0.55356014186644742</c:v>
                </c:pt>
                <c:pt idx="51">
                  <c:v>-0.54317311352890474</c:v>
                </c:pt>
                <c:pt idx="52">
                  <c:v>-0.53287744091012179</c:v>
                </c:pt>
                <c:pt idx="53">
                  <c:v>-0.52605524415821614</c:v>
                </c:pt>
                <c:pt idx="54">
                  <c:v>-0.51895820825935446</c:v>
                </c:pt>
                <c:pt idx="55">
                  <c:v>-0.51339082238532885</c:v>
                </c:pt>
                <c:pt idx="56">
                  <c:v>-0.50893775796538354</c:v>
                </c:pt>
                <c:pt idx="57">
                  <c:v>-0.50431119286637549</c:v>
                </c:pt>
                <c:pt idx="58">
                  <c:v>-0.50061009405831114</c:v>
                </c:pt>
                <c:pt idx="59">
                  <c:v>-0.49668751281469764</c:v>
                </c:pt>
                <c:pt idx="60">
                  <c:v>-0.62938430008243407</c:v>
                </c:pt>
                <c:pt idx="61">
                  <c:v>-0.53418637566011484</c:v>
                </c:pt>
                <c:pt idx="62">
                  <c:v>-0.43885064808396412</c:v>
                </c:pt>
                <c:pt idx="63">
                  <c:v>-0.33940041384824549</c:v>
                </c:pt>
                <c:pt idx="64">
                  <c:v>-0.24893346244065115</c:v>
                </c:pt>
                <c:pt idx="65">
                  <c:v>-0.1704837582876356</c:v>
                </c:pt>
                <c:pt idx="66">
                  <c:v>-0.11332554339907007</c:v>
                </c:pt>
                <c:pt idx="67">
                  <c:v>-6.9481611071667559E-2</c:v>
                </c:pt>
                <c:pt idx="68">
                  <c:v>-3.6175561627602097E-2</c:v>
                </c:pt>
                <c:pt idx="69">
                  <c:v>-1.0482059952511603E-2</c:v>
                </c:pt>
                <c:pt idx="70">
                  <c:v>1.1828172845888213E-2</c:v>
                </c:pt>
                <c:pt idx="71">
                  <c:v>2.7263236163826112E-2</c:v>
                </c:pt>
                <c:pt idx="72">
                  <c:v>4.0217465169905993E-2</c:v>
                </c:pt>
                <c:pt idx="73">
                  <c:v>4.8313666307280984E-2</c:v>
                </c:pt>
                <c:pt idx="74">
                  <c:v>5.5021860402162871E-2</c:v>
                </c:pt>
                <c:pt idx="75">
                  <c:v>6.0545486721074557E-2</c:v>
                </c:pt>
                <c:pt idx="76">
                  <c:v>6.518548719489603E-2</c:v>
                </c:pt>
                <c:pt idx="77">
                  <c:v>6.9825103685866016E-2</c:v>
                </c:pt>
                <c:pt idx="78">
                  <c:v>7.4221357963730333E-2</c:v>
                </c:pt>
                <c:pt idx="79">
                  <c:v>7.8176566479756238E-2</c:v>
                </c:pt>
                <c:pt idx="80">
                  <c:v>-0.20535553926461972</c:v>
                </c:pt>
                <c:pt idx="81">
                  <c:v>-0.10426510658271135</c:v>
                </c:pt>
                <c:pt idx="82">
                  <c:v>-3.1746739008022468E-3</c:v>
                </c:pt>
                <c:pt idx="83">
                  <c:v>9.7915759586100978E-2</c:v>
                </c:pt>
                <c:pt idx="84">
                  <c:v>0.19832485535087943</c:v>
                </c:pt>
                <c:pt idx="85">
                  <c:v>0.29981679724587806</c:v>
                </c:pt>
                <c:pt idx="86">
                  <c:v>0.38773535670467835</c:v>
                </c:pt>
                <c:pt idx="87">
                  <c:v>0.46329081869433164</c:v>
                </c:pt>
                <c:pt idx="88">
                  <c:v>0.52497387784115157</c:v>
                </c:pt>
                <c:pt idx="89">
                  <c:v>0.57507421020174676</c:v>
                </c:pt>
                <c:pt idx="90">
                  <c:v>0.61151517775231379</c:v>
                </c:pt>
                <c:pt idx="91">
                  <c:v>0.63610587343388136</c:v>
                </c:pt>
                <c:pt idx="92">
                  <c:v>0.65640472194830612</c:v>
                </c:pt>
                <c:pt idx="93">
                  <c:v>0.67415172508326227</c:v>
                </c:pt>
                <c:pt idx="94">
                  <c:v>0.6903905739880889</c:v>
                </c:pt>
                <c:pt idx="95">
                  <c:v>0.70199019038479615</c:v>
                </c:pt>
                <c:pt idx="96">
                  <c:v>0.71474942291710741</c:v>
                </c:pt>
                <c:pt idx="97">
                  <c:v>0.72495680845995969</c:v>
                </c:pt>
                <c:pt idx="98">
                  <c:v>0.73307642530629646</c:v>
                </c:pt>
                <c:pt idx="99">
                  <c:v>0.74003604122918154</c:v>
                </c:pt>
                <c:pt idx="100">
                  <c:v>-2.3376407758696392E-2</c:v>
                </c:pt>
                <c:pt idx="101">
                  <c:v>7.9934607411480188E-2</c:v>
                </c:pt>
                <c:pt idx="102">
                  <c:v>0.18324562258165678</c:v>
                </c:pt>
                <c:pt idx="103">
                  <c:v>0.28655702173468484</c:v>
                </c:pt>
                <c:pt idx="104">
                  <c:v>0.38986803690486144</c:v>
                </c:pt>
                <c:pt idx="105">
                  <c:v>0.49317905288003355</c:v>
                </c:pt>
                <c:pt idx="106">
                  <c:v>0.59434817548158092</c:v>
                </c:pt>
                <c:pt idx="107">
                  <c:v>0.69022820398173712</c:v>
                </c:pt>
                <c:pt idx="108">
                  <c:v>0.77413819982309473</c:v>
                </c:pt>
                <c:pt idx="109">
                  <c:v>0.83909436340810317</c:v>
                </c:pt>
                <c:pt idx="110">
                  <c:v>0.89883129442576404</c:v>
                </c:pt>
                <c:pt idx="111">
                  <c:v>0.95160822473269335</c:v>
                </c:pt>
                <c:pt idx="112">
                  <c:v>0.99001950328208721</c:v>
                </c:pt>
                <c:pt idx="113">
                  <c:v>1.0177247716140125</c:v>
                </c:pt>
                <c:pt idx="114">
                  <c:v>1.0368636208149773</c:v>
                </c:pt>
                <c:pt idx="115">
                  <c:v>1.0529385645870433</c:v>
                </c:pt>
                <c:pt idx="116">
                  <c:v>1.0658927943981187</c:v>
                </c:pt>
                <c:pt idx="117">
                  <c:v>1.0788466394213478</c:v>
                </c:pt>
                <c:pt idx="118">
                  <c:v>1.0896405511219061</c:v>
                </c:pt>
                <c:pt idx="119">
                  <c:v>1.101820167577841</c:v>
                </c:pt>
                <c:pt idx="120">
                  <c:v>0.15216514498793782</c:v>
                </c:pt>
                <c:pt idx="121">
                  <c:v>0.25749522087913113</c:v>
                </c:pt>
                <c:pt idx="122">
                  <c:v>0.36282529677032371</c:v>
                </c:pt>
                <c:pt idx="123">
                  <c:v>0.46815575583937225</c:v>
                </c:pt>
                <c:pt idx="124">
                  <c:v>0.57348583173056489</c:v>
                </c:pt>
                <c:pt idx="125">
                  <c:v>0.67881590762175747</c:v>
                </c:pt>
                <c:pt idx="126">
                  <c:v>0.78109781655097621</c:v>
                </c:pt>
                <c:pt idx="127">
                  <c:v>0.88419042034341711</c:v>
                </c:pt>
                <c:pt idx="128">
                  <c:v>0.97671865529074209</c:v>
                </c:pt>
                <c:pt idx="129">
                  <c:v>1.0629720662729767</c:v>
                </c:pt>
                <c:pt idx="130">
                  <c:v>1.1381183426124979</c:v>
                </c:pt>
                <c:pt idx="131">
                  <c:v>1.2080392442690449</c:v>
                </c:pt>
                <c:pt idx="132">
                  <c:v>1.2723593648134506</c:v>
                </c:pt>
                <c:pt idx="133">
                  <c:v>1.3236995383556984</c:v>
                </c:pt>
                <c:pt idx="134">
                  <c:v>1.3684892816251923</c:v>
                </c:pt>
                <c:pt idx="135">
                  <c:v>1.4037514403375608</c:v>
                </c:pt>
                <c:pt idx="136">
                  <c:v>1.4334458291930514</c:v>
                </c:pt>
                <c:pt idx="137">
                  <c:v>1.4575724473866702</c:v>
                </c:pt>
                <c:pt idx="138">
                  <c:v>1.4816990663852847</c:v>
                </c:pt>
                <c:pt idx="139">
                  <c:v>1.5048975312129971</c:v>
                </c:pt>
                <c:pt idx="140">
                  <c:v>0.30615265435941724</c:v>
                </c:pt>
                <c:pt idx="141">
                  <c:v>0.41316208126269555</c:v>
                </c:pt>
                <c:pt idx="142">
                  <c:v>0.52017150897096942</c:v>
                </c:pt>
                <c:pt idx="143">
                  <c:v>0.62718131985709846</c:v>
                </c:pt>
                <c:pt idx="144">
                  <c:v>0.73419074676037677</c:v>
                </c:pt>
                <c:pt idx="145">
                  <c:v>0.84120017366365507</c:v>
                </c:pt>
                <c:pt idx="146">
                  <c:v>0.94820960137192822</c:v>
                </c:pt>
                <c:pt idx="147">
                  <c:v>1.059482469566313</c:v>
                </c:pt>
                <c:pt idx="148">
                  <c:v>1.1611966618625635</c:v>
                </c:pt>
                <c:pt idx="149">
                  <c:v>1.2618210987522585</c:v>
                </c:pt>
                <c:pt idx="150">
                  <c:v>1.358975899603587</c:v>
                </c:pt>
                <c:pt idx="151">
                  <c:v>1.4457210243741134</c:v>
                </c:pt>
                <c:pt idx="152">
                  <c:v>1.5234567643375851</c:v>
                </c:pt>
                <c:pt idx="153">
                  <c:v>1.5884129279225936</c:v>
                </c:pt>
                <c:pt idx="154">
                  <c:v>1.6504395341918692</c:v>
                </c:pt>
                <c:pt idx="155">
                  <c:v>1.6990171266089586</c:v>
                </c:pt>
                <c:pt idx="156">
                  <c:v>1.7461644875548503</c:v>
                </c:pt>
                <c:pt idx="157">
                  <c:v>1.7922171029271121</c:v>
                </c:pt>
                <c:pt idx="158">
                  <c:v>1.8398469652928493</c:v>
                </c:pt>
                <c:pt idx="159">
                  <c:v>1.8807613403045189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113-4F26-9073-85B81116CA10}"/>
            </c:ext>
          </c:extLst>
        </c:ser>
        <c:ser>
          <c:idx val="5"/>
          <c:order val="5"/>
          <c:tx>
            <c:strRef>
              <c:f>Sheet1!$B$771</c:f>
              <c:strCache>
                <c:ptCount val="1"/>
                <c:pt idx="0">
                  <c:v>T100rad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Sheet1!$A$772:$A$891</c:f>
              <c:numCache>
                <c:formatCode>General</c:formatCode>
                <c:ptCount val="120"/>
                <c:pt idx="0">
                  <c:v>-1.5148136867433222</c:v>
                </c:pt>
                <c:pt idx="1">
                  <c:v>-1.5148136867433222</c:v>
                </c:pt>
                <c:pt idx="2">
                  <c:v>-1.5148136867433222</c:v>
                </c:pt>
                <c:pt idx="3">
                  <c:v>-1.5148136867433222</c:v>
                </c:pt>
                <c:pt idx="4">
                  <c:v>-1.5148136867433222</c:v>
                </c:pt>
                <c:pt idx="5">
                  <c:v>-1.5148136867433222</c:v>
                </c:pt>
                <c:pt idx="6">
                  <c:v>-1.5148136867433222</c:v>
                </c:pt>
                <c:pt idx="7">
                  <c:v>-1.5235447702342801</c:v>
                </c:pt>
                <c:pt idx="8">
                  <c:v>-1.5391904030670707</c:v>
                </c:pt>
                <c:pt idx="9">
                  <c:v>-1.5672001876890702</c:v>
                </c:pt>
                <c:pt idx="10">
                  <c:v>-1.6000735960006638</c:v>
                </c:pt>
                <c:pt idx="11">
                  <c:v>-1.6400373472814245</c:v>
                </c:pt>
                <c:pt idx="12">
                  <c:v>-1.6870328436555744</c:v>
                </c:pt>
                <c:pt idx="13">
                  <c:v>-1.7427008256449035</c:v>
                </c:pt>
                <c:pt idx="14">
                  <c:v>-1.798368807634233</c:v>
                </c:pt>
                <c:pt idx="15">
                  <c:v>-1.8574940642944788</c:v>
                </c:pt>
                <c:pt idx="16">
                  <c:v>-1.9138066229173689</c:v>
                </c:pt>
                <c:pt idx="17">
                  <c:v>-1.9705293666707069</c:v>
                </c:pt>
                <c:pt idx="18">
                  <c:v>-2.0261973486600366</c:v>
                </c:pt>
                <c:pt idx="19">
                  <c:v>-2.0801659922517968</c:v>
                </c:pt>
                <c:pt idx="20">
                  <c:v>-0.61902795972134339</c:v>
                </c:pt>
                <c:pt idx="21">
                  <c:v>-0.61902795972134339</c:v>
                </c:pt>
                <c:pt idx="22">
                  <c:v>-0.61902795972134339</c:v>
                </c:pt>
                <c:pt idx="23">
                  <c:v>-0.61902795972134339</c:v>
                </c:pt>
                <c:pt idx="24">
                  <c:v>-0.61902795972134339</c:v>
                </c:pt>
                <c:pt idx="25">
                  <c:v>-0.61902795972134339</c:v>
                </c:pt>
                <c:pt idx="26">
                  <c:v>-0.61902795972134339</c:v>
                </c:pt>
                <c:pt idx="27">
                  <c:v>-0.61902795972134339</c:v>
                </c:pt>
                <c:pt idx="28">
                  <c:v>-0.61902795972134339</c:v>
                </c:pt>
                <c:pt idx="29">
                  <c:v>-0.61902795972134339</c:v>
                </c:pt>
                <c:pt idx="30">
                  <c:v>-0.62424317066560686</c:v>
                </c:pt>
                <c:pt idx="31">
                  <c:v>-0.64158814189596647</c:v>
                </c:pt>
                <c:pt idx="32">
                  <c:v>-0.67118006916397843</c:v>
                </c:pt>
                <c:pt idx="33">
                  <c:v>-0.72339077648239147</c:v>
                </c:pt>
                <c:pt idx="34">
                  <c:v>-0.79118851875781715</c:v>
                </c:pt>
                <c:pt idx="35">
                  <c:v>-0.86531483161729272</c:v>
                </c:pt>
                <c:pt idx="36">
                  <c:v>-0.93727302307297344</c:v>
                </c:pt>
                <c:pt idx="37">
                  <c:v>-1.012102510441788</c:v>
                </c:pt>
                <c:pt idx="38">
                  <c:v>-1.0859944317981503</c:v>
                </c:pt>
                <c:pt idx="39">
                  <c:v>-1.1617028873036386</c:v>
                </c:pt>
                <c:pt idx="40">
                  <c:v>6.6801578387195831E-2</c:v>
                </c:pt>
                <c:pt idx="41">
                  <c:v>6.6801578387195831E-2</c:v>
                </c:pt>
                <c:pt idx="42">
                  <c:v>6.6801578387195831E-2</c:v>
                </c:pt>
                <c:pt idx="43">
                  <c:v>6.6801578387195831E-2</c:v>
                </c:pt>
                <c:pt idx="44">
                  <c:v>6.6801578387195831E-2</c:v>
                </c:pt>
                <c:pt idx="45">
                  <c:v>6.6801578387195831E-2</c:v>
                </c:pt>
                <c:pt idx="46">
                  <c:v>6.6801578387195831E-2</c:v>
                </c:pt>
                <c:pt idx="47">
                  <c:v>6.6801578387195831E-2</c:v>
                </c:pt>
                <c:pt idx="48">
                  <c:v>6.6801578387195831E-2</c:v>
                </c:pt>
                <c:pt idx="49">
                  <c:v>6.504364211384879E-2</c:v>
                </c:pt>
                <c:pt idx="50">
                  <c:v>5.4613220225321765E-2</c:v>
                </c:pt>
                <c:pt idx="51">
                  <c:v>3.0236503901572963E-2</c:v>
                </c:pt>
                <c:pt idx="52">
                  <c:v>-1.2891532671206521E-3</c:v>
                </c:pt>
                <c:pt idx="53">
                  <c:v>-4.3655417454789715E-2</c:v>
                </c:pt>
                <c:pt idx="54">
                  <c:v>-9.8444431307445401E-2</c:v>
                </c:pt>
                <c:pt idx="55">
                  <c:v>-0.16278489891195458</c:v>
                </c:pt>
                <c:pt idx="56">
                  <c:v>-0.2358564500074217</c:v>
                </c:pt>
                <c:pt idx="57">
                  <c:v>-0.30763884783576784</c:v>
                </c:pt>
                <c:pt idx="58">
                  <c:v>-0.3821167479499129</c:v>
                </c:pt>
                <c:pt idx="59">
                  <c:v>-0.45665324593983586</c:v>
                </c:pt>
                <c:pt idx="60">
                  <c:v>0.45009028385267374</c:v>
                </c:pt>
                <c:pt idx="61">
                  <c:v>0.45009028385267374</c:v>
                </c:pt>
                <c:pt idx="62">
                  <c:v>0.45009028385267374</c:v>
                </c:pt>
                <c:pt idx="63">
                  <c:v>0.45009028385267374</c:v>
                </c:pt>
                <c:pt idx="64">
                  <c:v>0.45009028385267374</c:v>
                </c:pt>
                <c:pt idx="65">
                  <c:v>0.45009028385267374</c:v>
                </c:pt>
                <c:pt idx="66">
                  <c:v>0.45009028385267374</c:v>
                </c:pt>
                <c:pt idx="67">
                  <c:v>0.45009028385267374</c:v>
                </c:pt>
                <c:pt idx="68">
                  <c:v>0.45009028385267374</c:v>
                </c:pt>
                <c:pt idx="69">
                  <c:v>0.44856673908243988</c:v>
                </c:pt>
                <c:pt idx="70">
                  <c:v>0.44253115787728114</c:v>
                </c:pt>
                <c:pt idx="71">
                  <c:v>0.42659253566559913</c:v>
                </c:pt>
                <c:pt idx="72">
                  <c:v>0.39834835954048642</c:v>
                </c:pt>
                <c:pt idx="73">
                  <c:v>0.35879479339017378</c:v>
                </c:pt>
                <c:pt idx="74">
                  <c:v>0.3057637158108652</c:v>
                </c:pt>
                <c:pt idx="75">
                  <c:v>0.25226385522533079</c:v>
                </c:pt>
                <c:pt idx="76">
                  <c:v>0.18681002798103488</c:v>
                </c:pt>
                <c:pt idx="77">
                  <c:v>0.11520342378002364</c:v>
                </c:pt>
                <c:pt idx="78">
                  <c:v>3.9612164026091884E-2</c:v>
                </c:pt>
                <c:pt idx="79">
                  <c:v>-3.5979095727839874E-2</c:v>
                </c:pt>
                <c:pt idx="80">
                  <c:v>0.8772687982760552</c:v>
                </c:pt>
                <c:pt idx="81">
                  <c:v>0.8772687982760552</c:v>
                </c:pt>
                <c:pt idx="82">
                  <c:v>0.8772687982760552</c:v>
                </c:pt>
                <c:pt idx="83">
                  <c:v>0.8772687982760552</c:v>
                </c:pt>
                <c:pt idx="84">
                  <c:v>0.8772687982760552</c:v>
                </c:pt>
                <c:pt idx="85">
                  <c:v>0.8772687982760552</c:v>
                </c:pt>
                <c:pt idx="86">
                  <c:v>0.8772687982760552</c:v>
                </c:pt>
                <c:pt idx="87">
                  <c:v>0.8772687982760552</c:v>
                </c:pt>
                <c:pt idx="88">
                  <c:v>0.8772687982760552</c:v>
                </c:pt>
                <c:pt idx="89">
                  <c:v>0.8772687982760552</c:v>
                </c:pt>
                <c:pt idx="90">
                  <c:v>0.87527647049959501</c:v>
                </c:pt>
                <c:pt idx="91">
                  <c:v>0.86748295302108858</c:v>
                </c:pt>
                <c:pt idx="92">
                  <c:v>0.85084115630006818</c:v>
                </c:pt>
                <c:pt idx="93">
                  <c:v>0.81954989063448713</c:v>
                </c:pt>
                <c:pt idx="94">
                  <c:v>0.77226140488144601</c:v>
                </c:pt>
                <c:pt idx="95">
                  <c:v>0.71583165050699926</c:v>
                </c:pt>
                <c:pt idx="96">
                  <c:v>0.65026062751114744</c:v>
                </c:pt>
                <c:pt idx="97">
                  <c:v>0.58175971072638311</c:v>
                </c:pt>
                <c:pt idx="98">
                  <c:v>0.50839517025202419</c:v>
                </c:pt>
                <c:pt idx="99">
                  <c:v>0.44182798336794221</c:v>
                </c:pt>
                <c:pt idx="100">
                  <c:v>1.4174826150756641</c:v>
                </c:pt>
                <c:pt idx="101">
                  <c:v>1.4174826150756641</c:v>
                </c:pt>
                <c:pt idx="102">
                  <c:v>1.4174826150756641</c:v>
                </c:pt>
                <c:pt idx="103">
                  <c:v>1.4174826150756641</c:v>
                </c:pt>
                <c:pt idx="104">
                  <c:v>1.4174826150756641</c:v>
                </c:pt>
                <c:pt idx="105">
                  <c:v>1.4174826150756641</c:v>
                </c:pt>
                <c:pt idx="106">
                  <c:v>1.4174826150756641</c:v>
                </c:pt>
                <c:pt idx="107">
                  <c:v>1.4174826150756641</c:v>
                </c:pt>
                <c:pt idx="108">
                  <c:v>1.4174826150756641</c:v>
                </c:pt>
                <c:pt idx="109">
                  <c:v>1.4174826150756641</c:v>
                </c:pt>
                <c:pt idx="110">
                  <c:v>1.4122674041314003</c:v>
                </c:pt>
                <c:pt idx="111">
                  <c:v>1.3999032523421917</c:v>
                </c:pt>
                <c:pt idx="112">
                  <c:v>1.3699597378195099</c:v>
                </c:pt>
                <c:pt idx="113">
                  <c:v>1.3235502202031431</c:v>
                </c:pt>
                <c:pt idx="114">
                  <c:v>1.2713395128847294</c:v>
                </c:pt>
                <c:pt idx="115">
                  <c:v>1.212214256224484</c:v>
                </c:pt>
                <c:pt idx="116">
                  <c:v>1.1495731270175438</c:v>
                </c:pt>
                <c:pt idx="117">
                  <c:v>1.0839435061459133</c:v>
                </c:pt>
                <c:pt idx="118">
                  <c:v>1.0108133571746676</c:v>
                </c:pt>
                <c:pt idx="119">
                  <c:v>0.93774180607920044</c:v>
                </c:pt>
              </c:numCache>
            </c:numRef>
          </c:xVal>
          <c:yVal>
            <c:numRef>
              <c:f>Sheet1!$B$772:$B$891</c:f>
              <c:numCache>
                <c:formatCode>General</c:formatCode>
                <c:ptCount val="120"/>
                <c:pt idx="0">
                  <c:v>-1.9372835909997352</c:v>
                </c:pt>
                <c:pt idx="1">
                  <c:v>-1.8705037956860446</c:v>
                </c:pt>
                <c:pt idx="2">
                  <c:v>-1.8037310573094052</c:v>
                </c:pt>
                <c:pt idx="3">
                  <c:v>-1.736958318932766</c:v>
                </c:pt>
                <c:pt idx="4">
                  <c:v>-1.6701855805561268</c:v>
                </c:pt>
                <c:pt idx="5">
                  <c:v>-1.6034057852424364</c:v>
                </c:pt>
                <c:pt idx="6">
                  <c:v>-1.5366330468657969</c:v>
                </c:pt>
                <c:pt idx="7">
                  <c:v>-1.4757034523673922</c:v>
                </c:pt>
                <c:pt idx="8">
                  <c:v>-1.4199748204755807</c:v>
                </c:pt>
                <c:pt idx="9">
                  <c:v>-1.3737024842321202</c:v>
                </c:pt>
                <c:pt idx="10">
                  <c:v>-1.332087726442325</c:v>
                </c:pt>
                <c:pt idx="11">
                  <c:v>-1.2971417741657325</c:v>
                </c:pt>
                <c:pt idx="12">
                  <c:v>-1.2690904493879749</c:v>
                </c:pt>
                <c:pt idx="13">
                  <c:v>-1.2496485878124475</c:v>
                </c:pt>
                <c:pt idx="14">
                  <c:v>-1.2323520351004265</c:v>
                </c:pt>
                <c:pt idx="15">
                  <c:v>-1.2200376799464172</c:v>
                </c:pt>
                <c:pt idx="16">
                  <c:v>-1.2077092109183059</c:v>
                </c:pt>
                <c:pt idx="17">
                  <c:v>-1.1979353531026595</c:v>
                </c:pt>
                <c:pt idx="18">
                  <c:v>-1.1895164272008067</c:v>
                </c:pt>
                <c:pt idx="19">
                  <c:v>-1.1818243658152079</c:v>
                </c:pt>
                <c:pt idx="20">
                  <c:v>-1.4118381720557684</c:v>
                </c:pt>
                <c:pt idx="21">
                  <c:v>-1.3261881270676821</c:v>
                </c:pt>
                <c:pt idx="22">
                  <c:v>-1.2405380820795957</c:v>
                </c:pt>
                <c:pt idx="23">
                  <c:v>-1.1548880370915098</c:v>
                </c:pt>
                <c:pt idx="24">
                  <c:v>-1.0692379921034234</c:v>
                </c:pt>
                <c:pt idx="25">
                  <c:v>-0.98358794711533726</c:v>
                </c:pt>
                <c:pt idx="26">
                  <c:v>-0.89793790212725089</c:v>
                </c:pt>
                <c:pt idx="27">
                  <c:v>-0.81228785713916485</c:v>
                </c:pt>
                <c:pt idx="28">
                  <c:v>-0.72663781215107848</c:v>
                </c:pt>
                <c:pt idx="29">
                  <c:v>-0.64098776716299244</c:v>
                </c:pt>
                <c:pt idx="30">
                  <c:v>-0.55979770639114323</c:v>
                </c:pt>
                <c:pt idx="31">
                  <c:v>-0.48944004399259183</c:v>
                </c:pt>
                <c:pt idx="32">
                  <c:v>-0.43057813205013251</c:v>
                </c:pt>
                <c:pt idx="33">
                  <c:v>-0.39323282117619734</c:v>
                </c:pt>
                <c:pt idx="34">
                  <c:v>-0.37200555452676448</c:v>
                </c:pt>
                <c:pt idx="35">
                  <c:v>-0.35878085449317537</c:v>
                </c:pt>
                <c:pt idx="36">
                  <c:v>-0.34599368455674845</c:v>
                </c:pt>
                <c:pt idx="37">
                  <c:v>-0.33832985091935347</c:v>
                </c:pt>
                <c:pt idx="38">
                  <c:v>-0.33221148649612942</c:v>
                </c:pt>
                <c:pt idx="39">
                  <c:v>-0.3304401952963264</c:v>
                </c:pt>
                <c:pt idx="40">
                  <c:v>-0.92686428709933366</c:v>
                </c:pt>
                <c:pt idx="41">
                  <c:v>-0.82803188369996417</c:v>
                </c:pt>
                <c:pt idx="42">
                  <c:v>-0.72919948030059456</c:v>
                </c:pt>
                <c:pt idx="43">
                  <c:v>-0.63036707690122507</c:v>
                </c:pt>
                <c:pt idx="44">
                  <c:v>-0.53153467350185557</c:v>
                </c:pt>
                <c:pt idx="45">
                  <c:v>-0.43270227010248608</c:v>
                </c:pt>
                <c:pt idx="46">
                  <c:v>-0.33386986670311658</c:v>
                </c:pt>
                <c:pt idx="47">
                  <c:v>-0.23503746330374706</c:v>
                </c:pt>
                <c:pt idx="48">
                  <c:v>-0.13620505990437756</c:v>
                </c:pt>
                <c:pt idx="49">
                  <c:v>-3.898163815263779E-2</c:v>
                </c:pt>
                <c:pt idx="50">
                  <c:v>4.9978110312371163E-2</c:v>
                </c:pt>
                <c:pt idx="51">
                  <c:v>0.1252332870243224</c:v>
                </c:pt>
                <c:pt idx="52">
                  <c:v>0.19267643442080781</c:v>
                </c:pt>
                <c:pt idx="53">
                  <c:v>0.24836978162736439</c:v>
                </c:pt>
                <c:pt idx="54">
                  <c:v>0.29030210158445452</c:v>
                </c:pt>
                <c:pt idx="55">
                  <c:v>0.32092215144877934</c:v>
                </c:pt>
                <c:pt idx="56">
                  <c:v>0.3406533474433977</c:v>
                </c:pt>
                <c:pt idx="57">
                  <c:v>0.359601223425355</c:v>
                </c:pt>
                <c:pt idx="58">
                  <c:v>0.37346104779353501</c:v>
                </c:pt>
                <c:pt idx="59">
                  <c:v>0.38503442455718839</c:v>
                </c:pt>
                <c:pt idx="60">
                  <c:v>-0.6245168760859392</c:v>
                </c:pt>
                <c:pt idx="61">
                  <c:v>-0.5187969021247858</c:v>
                </c:pt>
                <c:pt idx="62">
                  <c:v>-0.41307692816363228</c:v>
                </c:pt>
                <c:pt idx="63">
                  <c:v>-0.30734989726542772</c:v>
                </c:pt>
                <c:pt idx="64">
                  <c:v>-0.20162992330427423</c:v>
                </c:pt>
                <c:pt idx="65">
                  <c:v>-9.5909949343120762E-2</c:v>
                </c:pt>
                <c:pt idx="66">
                  <c:v>9.8100246180327245E-3</c:v>
                </c:pt>
                <c:pt idx="67">
                  <c:v>0.11552999857918621</c:v>
                </c:pt>
                <c:pt idx="68">
                  <c:v>0.22125702947739073</c:v>
                </c:pt>
                <c:pt idx="69">
                  <c:v>0.32548798972078113</c:v>
                </c:pt>
                <c:pt idx="70">
                  <c:v>0.42513899781806763</c:v>
                </c:pt>
                <c:pt idx="71">
                  <c:v>0.51470564286946352</c:v>
                </c:pt>
                <c:pt idx="72">
                  <c:v>0.591096986446627</c:v>
                </c:pt>
                <c:pt idx="73">
                  <c:v>0.65487052657658795</c:v>
                </c:pt>
                <c:pt idx="74">
                  <c:v>0.70333757024291244</c:v>
                </c:pt>
                <c:pt idx="75">
                  <c:v>0.749751045227393</c:v>
                </c:pt>
                <c:pt idx="76">
                  <c:v>0.78181071025012283</c:v>
                </c:pt>
                <c:pt idx="77">
                  <c:v>0.80535970918933752</c:v>
                </c:pt>
                <c:pt idx="78">
                  <c:v>0.82251512316033826</c:v>
                </c:pt>
                <c:pt idx="79">
                  <c:v>0.83751111439373083</c:v>
                </c:pt>
                <c:pt idx="80">
                  <c:v>-0.2612045858888854</c:v>
                </c:pt>
                <c:pt idx="81">
                  <c:v>-0.1482159667651935</c:v>
                </c:pt>
                <c:pt idx="82">
                  <c:v>-3.5220290704450548E-2</c:v>
                </c:pt>
                <c:pt idx="83">
                  <c:v>7.7775385356292387E-2</c:v>
                </c:pt>
                <c:pt idx="84">
                  <c:v>0.19076400447998429</c:v>
                </c:pt>
                <c:pt idx="85">
                  <c:v>0.30375968054072722</c:v>
                </c:pt>
                <c:pt idx="86">
                  <c:v>0.4167482996644194</c:v>
                </c:pt>
                <c:pt idx="87">
                  <c:v>0.52974397572516241</c:v>
                </c:pt>
                <c:pt idx="88">
                  <c:v>0.64273965178590531</c:v>
                </c:pt>
                <c:pt idx="89">
                  <c:v>0.75572827090959693</c:v>
                </c:pt>
                <c:pt idx="90">
                  <c:v>0.86667037828849647</c:v>
                </c:pt>
                <c:pt idx="91">
                  <c:v>0.97130358394379479</c:v>
                </c:pt>
                <c:pt idx="92">
                  <c:v>1.0661841025945997</c:v>
                </c:pt>
                <c:pt idx="93">
                  <c:v>1.1445231607978412</c:v>
                </c:pt>
                <c:pt idx="94">
                  <c:v>1.2043448161792381</c:v>
                </c:pt>
                <c:pt idx="95">
                  <c:v>1.2526283794822357</c:v>
                </c:pt>
                <c:pt idx="96">
                  <c:v>1.2891621425953053</c:v>
                </c:pt>
                <c:pt idx="97">
                  <c:v>1.3206360818428016</c:v>
                </c:pt>
                <c:pt idx="98">
                  <c:v>1.3447002371867391</c:v>
                </c:pt>
                <c:pt idx="99">
                  <c:v>1.3746851627164729</c:v>
                </c:pt>
                <c:pt idx="100">
                  <c:v>0.2381301659663512</c:v>
                </c:pt>
                <c:pt idx="101">
                  <c:v>0.35970707748111991</c:v>
                </c:pt>
                <c:pt idx="102">
                  <c:v>0.48129104593293998</c:v>
                </c:pt>
                <c:pt idx="103">
                  <c:v>0.6028679574477086</c:v>
                </c:pt>
                <c:pt idx="104">
                  <c:v>0.72444486896247795</c:v>
                </c:pt>
                <c:pt idx="105">
                  <c:v>0.84602178047724663</c:v>
                </c:pt>
                <c:pt idx="106">
                  <c:v>0.96759869199201531</c:v>
                </c:pt>
                <c:pt idx="107">
                  <c:v>1.0891826604438355</c:v>
                </c:pt>
                <c:pt idx="108">
                  <c:v>1.2107595719586042</c:v>
                </c:pt>
                <c:pt idx="109">
                  <c:v>1.3323364834733729</c:v>
                </c:pt>
                <c:pt idx="110">
                  <c:v>1.4480843649840087</c:v>
                </c:pt>
                <c:pt idx="111">
                  <c:v>1.5555826870820164</c:v>
                </c:pt>
                <c:pt idx="112">
                  <c:v>1.6426441194803045</c:v>
                </c:pt>
                <c:pt idx="113">
                  <c:v>1.7098614448911575</c:v>
                </c:pt>
                <c:pt idx="114">
                  <c:v>1.7692102854901364</c:v>
                </c:pt>
                <c:pt idx="115">
                  <c:v>1.8191098873778146</c:v>
                </c:pt>
                <c:pt idx="116">
                  <c:v>1.8634627367434011</c:v>
                </c:pt>
                <c:pt idx="117">
                  <c:v>1.9026851928729045</c:v>
                </c:pt>
                <c:pt idx="118">
                  <c:v>1.9313504711741001</c:v>
                </c:pt>
                <c:pt idx="119">
                  <c:v>1.9582374013384412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B113-4F26-9073-85B81116CA10}"/>
            </c:ext>
          </c:extLst>
        </c:ser>
        <c:ser>
          <c:idx val="6"/>
          <c:order val="6"/>
          <c:tx>
            <c:strRef>
              <c:f>Sheet1!$B$893</c:f>
              <c:strCache>
                <c:ptCount val="1"/>
                <c:pt idx="0">
                  <c:v>T800_c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B5B7BB"/>
              </a:solidFill>
              <a:ln>
                <a:noFill/>
              </a:ln>
            </c:spPr>
          </c:marker>
          <c:xVal>
            <c:numRef>
              <c:f>Sheet1!$A$894:$A$1173</c:f>
              <c:numCache>
                <c:formatCode>General</c:formatCode>
                <c:ptCount val="280"/>
                <c:pt idx="0">
                  <c:v>-1.3460279214201216</c:v>
                </c:pt>
                <c:pt idx="1">
                  <c:v>-1.3521003631675266</c:v>
                </c:pt>
                <c:pt idx="2">
                  <c:v>-1.3605208034293153</c:v>
                </c:pt>
                <c:pt idx="3">
                  <c:v>-1.3713867700844966</c:v>
                </c:pt>
                <c:pt idx="4">
                  <c:v>-1.3858796520936902</c:v>
                </c:pt>
                <c:pt idx="5">
                  <c:v>-1.4051709467538593</c:v>
                </c:pt>
                <c:pt idx="6">
                  <c:v>-1.4287138936255586</c:v>
                </c:pt>
                <c:pt idx="7">
                  <c:v>-1.4549807515189701</c:v>
                </c:pt>
                <c:pt idx="8">
                  <c:v>-1.4853918411049665</c:v>
                </c:pt>
                <c:pt idx="9">
                  <c:v>-1.5210895636232717</c:v>
                </c:pt>
                <c:pt idx="10">
                  <c:v>-1.5617515432923526</c:v>
                </c:pt>
                <c:pt idx="11">
                  <c:v>-1.6084860803979562</c:v>
                </c:pt>
                <c:pt idx="12">
                  <c:v>-1.6620690925796624</c:v>
                </c:pt>
                <c:pt idx="13">
                  <c:v>-1.7164332572115013</c:v>
                </c:pt>
                <c:pt idx="14">
                  <c:v>-1.7693281046343778</c:v>
                </c:pt>
                <c:pt idx="15">
                  <c:v>-1.8206559907920252</c:v>
                </c:pt>
                <c:pt idx="16">
                  <c:v>-1.8693088458006526</c:v>
                </c:pt>
                <c:pt idx="17">
                  <c:v>-1.9160384951630569</c:v>
                </c:pt>
                <c:pt idx="18">
                  <c:v>-1.9605958826626735</c:v>
                </c:pt>
                <c:pt idx="19">
                  <c:v>-2.0029810658999914</c:v>
                </c:pt>
                <c:pt idx="20">
                  <c:v>-1.1240122456847943</c:v>
                </c:pt>
                <c:pt idx="21">
                  <c:v>-1.1335212029050177</c:v>
                </c:pt>
                <c:pt idx="22">
                  <c:v>-1.1457490667383563</c:v>
                </c:pt>
                <c:pt idx="23">
                  <c:v>-1.1620480745656872</c:v>
                </c:pt>
                <c:pt idx="24">
                  <c:v>-1.1807536210655145</c:v>
                </c:pt>
                <c:pt idx="25">
                  <c:v>-1.2026515140766552</c:v>
                </c:pt>
                <c:pt idx="26">
                  <c:v>-1.2253988761587196</c:v>
                </c:pt>
                <c:pt idx="27">
                  <c:v>-1.250518560758326</c:v>
                </c:pt>
                <c:pt idx="28">
                  <c:v>-1.2801926057128006</c:v>
                </c:pt>
                <c:pt idx="29">
                  <c:v>-1.318877611143487</c:v>
                </c:pt>
                <c:pt idx="30">
                  <c:v>-1.3648652114657727</c:v>
                </c:pt>
                <c:pt idx="31">
                  <c:v>-1.4196589410198537</c:v>
                </c:pt>
                <c:pt idx="32">
                  <c:v>-1.4773960770459411</c:v>
                </c:pt>
                <c:pt idx="33">
                  <c:v>-1.5368418110111568</c:v>
                </c:pt>
                <c:pt idx="34">
                  <c:v>-1.5951891358661419</c:v>
                </c:pt>
                <c:pt idx="35">
                  <c:v>-1.6523160830633317</c:v>
                </c:pt>
                <c:pt idx="36">
                  <c:v>-1.7063824858718004</c:v>
                </c:pt>
                <c:pt idx="37">
                  <c:v>-1.7588184404488194</c:v>
                </c:pt>
                <c:pt idx="38">
                  <c:v>-1.8085403771322019</c:v>
                </c:pt>
                <c:pt idx="39">
                  <c:v>-1.8563585434530407</c:v>
                </c:pt>
                <c:pt idx="40">
                  <c:v>-0.86359460502392393</c:v>
                </c:pt>
                <c:pt idx="41">
                  <c:v>-0.87663772177323207</c:v>
                </c:pt>
                <c:pt idx="42">
                  <c:v>-0.88968072185714253</c:v>
                </c:pt>
                <c:pt idx="43">
                  <c:v>-0.90706824664290786</c:v>
                </c:pt>
                <c:pt idx="44">
                  <c:v>-0.9266280337796009</c:v>
                </c:pt>
                <c:pt idx="45">
                  <c:v>-0.94836497149856014</c:v>
                </c:pt>
                <c:pt idx="46">
                  <c:v>-0.97288412657840995</c:v>
                </c:pt>
                <c:pt idx="47">
                  <c:v>-0.99932672063527761</c:v>
                </c:pt>
                <c:pt idx="48">
                  <c:v>-1.0294010021002391</c:v>
                </c:pt>
                <c:pt idx="49">
                  <c:v>-1.0690818843535508</c:v>
                </c:pt>
                <c:pt idx="50">
                  <c:v>-1.1212884513284795</c:v>
                </c:pt>
                <c:pt idx="51">
                  <c:v>-1.175681828194816</c:v>
                </c:pt>
                <c:pt idx="52">
                  <c:v>-1.232735571516155</c:v>
                </c:pt>
                <c:pt idx="53">
                  <c:v>-1.2908339558436934</c:v>
                </c:pt>
                <c:pt idx="54">
                  <c:v>-1.3481123156893211</c:v>
                </c:pt>
                <c:pt idx="55">
                  <c:v>-1.4071625847099913</c:v>
                </c:pt>
                <c:pt idx="56">
                  <c:v>-1.4658467176860115</c:v>
                </c:pt>
                <c:pt idx="57">
                  <c:v>-1.5223587049765017</c:v>
                </c:pt>
                <c:pt idx="58">
                  <c:v>-1.5766984299160645</c:v>
                </c:pt>
                <c:pt idx="59">
                  <c:v>-1.6299495212317952</c:v>
                </c:pt>
                <c:pt idx="60">
                  <c:v>-0.59697754965948702</c:v>
                </c:pt>
                <c:pt idx="61">
                  <c:v>-0.60376748408933711</c:v>
                </c:pt>
                <c:pt idx="62">
                  <c:v>-0.61327655748681797</c:v>
                </c:pt>
                <c:pt idx="63">
                  <c:v>-0.62640742614059652</c:v>
                </c:pt>
                <c:pt idx="64">
                  <c:v>-0.64497634037512119</c:v>
                </c:pt>
                <c:pt idx="65">
                  <c:v>-0.66610308926518325</c:v>
                </c:pt>
                <c:pt idx="66">
                  <c:v>-0.69241370644543232</c:v>
                </c:pt>
                <c:pt idx="67">
                  <c:v>-0.72336655206227785</c:v>
                </c:pt>
                <c:pt idx="68">
                  <c:v>-0.75844442693068403</c:v>
                </c:pt>
                <c:pt idx="69">
                  <c:v>-0.80001930308386093</c:v>
                </c:pt>
                <c:pt idx="70">
                  <c:v>-0.84837922592368842</c:v>
                </c:pt>
                <c:pt idx="71">
                  <c:v>-0.90561848138302248</c:v>
                </c:pt>
                <c:pt idx="72">
                  <c:v>-0.96554254396591477</c:v>
                </c:pt>
                <c:pt idx="73">
                  <c:v>-1.0273703759350712</c:v>
                </c:pt>
                <c:pt idx="74">
                  <c:v>-1.0907308373253846</c:v>
                </c:pt>
                <c:pt idx="75">
                  <c:v>-1.1553947724011397</c:v>
                </c:pt>
                <c:pt idx="76">
                  <c:v>-1.2182426890188216</c:v>
                </c:pt>
                <c:pt idx="77">
                  <c:v>-1.2791039725771083</c:v>
                </c:pt>
                <c:pt idx="78">
                  <c:v>-1.3392379869902717</c:v>
                </c:pt>
                <c:pt idx="79">
                  <c:v>-1.3964723547064062</c:v>
                </c:pt>
                <c:pt idx="80">
                  <c:v>-0.29594168910451346</c:v>
                </c:pt>
                <c:pt idx="81">
                  <c:v>-0.30191648679565186</c:v>
                </c:pt>
                <c:pt idx="82">
                  <c:v>-0.30998056649918881</c:v>
                </c:pt>
                <c:pt idx="83">
                  <c:v>-0.3198508886862606</c:v>
                </c:pt>
                <c:pt idx="84">
                  <c:v>-0.33578864821214033</c:v>
                </c:pt>
                <c:pt idx="85">
                  <c:v>-0.35870185430586499</c:v>
                </c:pt>
                <c:pt idx="86">
                  <c:v>-0.38609621687860685</c:v>
                </c:pt>
                <c:pt idx="87">
                  <c:v>-0.41797662367356597</c:v>
                </c:pt>
                <c:pt idx="88">
                  <c:v>-0.45184878509005444</c:v>
                </c:pt>
                <c:pt idx="89">
                  <c:v>-0.49110499114060269</c:v>
                </c:pt>
                <c:pt idx="90">
                  <c:v>-0.540914679240316</c:v>
                </c:pt>
                <c:pt idx="91">
                  <c:v>-0.59715817405428229</c:v>
                </c:pt>
                <c:pt idx="92">
                  <c:v>-0.65948865815613411</c:v>
                </c:pt>
                <c:pt idx="93">
                  <c:v>-0.72611979149574513</c:v>
                </c:pt>
                <c:pt idx="94">
                  <c:v>-0.7958602910081406</c:v>
                </c:pt>
                <c:pt idx="95">
                  <c:v>-0.86377522893057956</c:v>
                </c:pt>
                <c:pt idx="96">
                  <c:v>-0.93043068578520916</c:v>
                </c:pt>
                <c:pt idx="97">
                  <c:v>-0.99524580066674706</c:v>
                </c:pt>
                <c:pt idx="98">
                  <c:v>-1.0579474257099857</c:v>
                </c:pt>
                <c:pt idx="99">
                  <c:v>-1.1173540552889079</c:v>
                </c:pt>
                <c:pt idx="100">
                  <c:v>2.6918744408492304E-2</c:v>
                </c:pt>
                <c:pt idx="101">
                  <c:v>2.2842828848558767E-2</c:v>
                </c:pt>
                <c:pt idx="102">
                  <c:v>1.4690764397896142E-2</c:v>
                </c:pt>
                <c:pt idx="103">
                  <c:v>3.8689065376053323E-3</c:v>
                </c:pt>
                <c:pt idx="104">
                  <c:v>-1.3518734913557769E-2</c:v>
                </c:pt>
                <c:pt idx="105">
                  <c:v>-3.5821868355642363E-2</c:v>
                </c:pt>
                <c:pt idx="106">
                  <c:v>-6.1742142153480284E-2</c:v>
                </c:pt>
                <c:pt idx="107">
                  <c:v>-9.4344813196825708E-2</c:v>
                </c:pt>
                <c:pt idx="108">
                  <c:v>-0.13020849590404882</c:v>
                </c:pt>
                <c:pt idx="109">
                  <c:v>-0.17233979278209194</c:v>
                </c:pt>
                <c:pt idx="110">
                  <c:v>-0.22023127964417913</c:v>
                </c:pt>
                <c:pt idx="111">
                  <c:v>-0.27697754276809838</c:v>
                </c:pt>
                <c:pt idx="112">
                  <c:v>-0.34580025756505856</c:v>
                </c:pt>
                <c:pt idx="113">
                  <c:v>-0.41729811920015686</c:v>
                </c:pt>
                <c:pt idx="114">
                  <c:v>-0.49119763078827272</c:v>
                </c:pt>
                <c:pt idx="115">
                  <c:v>-0.56654679194715596</c:v>
                </c:pt>
                <c:pt idx="116">
                  <c:v>-0.64189618546055471</c:v>
                </c:pt>
                <c:pt idx="117">
                  <c:v>-0.71434581561152743</c:v>
                </c:pt>
                <c:pt idx="118">
                  <c:v>-0.78535068491121118</c:v>
                </c:pt>
                <c:pt idx="119">
                  <c:v>-0.85345101879438701</c:v>
                </c:pt>
                <c:pt idx="120">
                  <c:v>0.36064526075393738</c:v>
                </c:pt>
                <c:pt idx="121">
                  <c:v>0.35657423293720314</c:v>
                </c:pt>
                <c:pt idx="122">
                  <c:v>0.34842216848654051</c:v>
                </c:pt>
                <c:pt idx="123">
                  <c:v>0.34027033687853325</c:v>
                </c:pt>
                <c:pt idx="124">
                  <c:v>0.32410796131650443</c:v>
                </c:pt>
                <c:pt idx="125">
                  <c:v>0.30530977516900765</c:v>
                </c:pt>
                <c:pt idx="126">
                  <c:v>0.28651135617885504</c:v>
                </c:pt>
                <c:pt idx="127">
                  <c:v>0.26283678193859</c:v>
                </c:pt>
                <c:pt idx="128">
                  <c:v>0.23204477543666796</c:v>
                </c:pt>
                <c:pt idx="129">
                  <c:v>0.19355505860665451</c:v>
                </c:pt>
                <c:pt idx="130">
                  <c:v>0.14872906245325682</c:v>
                </c:pt>
                <c:pt idx="131">
                  <c:v>9.5746346948652181E-2</c:v>
                </c:pt>
                <c:pt idx="132">
                  <c:v>3.2854437713337209E-2</c:v>
                </c:pt>
                <c:pt idx="133">
                  <c:v>-3.4752787169026959E-2</c:v>
                </c:pt>
                <c:pt idx="134">
                  <c:v>-0.10811042654903578</c:v>
                </c:pt>
                <c:pt idx="135">
                  <c:v>-0.18955658581299811</c:v>
                </c:pt>
                <c:pt idx="136">
                  <c:v>-0.27601599827768569</c:v>
                </c:pt>
                <c:pt idx="137">
                  <c:v>-0.36241652156434784</c:v>
                </c:pt>
                <c:pt idx="138">
                  <c:v>-0.44718211647304235</c:v>
                </c:pt>
                <c:pt idx="139">
                  <c:v>-0.52869158697291907</c:v>
                </c:pt>
                <c:pt idx="140">
                  <c:v>0.53339789265173976</c:v>
                </c:pt>
                <c:pt idx="141">
                  <c:v>0.52592456551714162</c:v>
                </c:pt>
                <c:pt idx="142">
                  <c:v>0.51845589377122714</c:v>
                </c:pt>
                <c:pt idx="143">
                  <c:v>0.5084929319364857</c:v>
                </c:pt>
                <c:pt idx="144">
                  <c:v>0.49355116638676783</c:v>
                </c:pt>
                <c:pt idx="145">
                  <c:v>0.4749626997150263</c:v>
                </c:pt>
                <c:pt idx="146">
                  <c:v>0.45519784849126216</c:v>
                </c:pt>
                <c:pt idx="147">
                  <c:v>0.43074212082458457</c:v>
                </c:pt>
                <c:pt idx="148">
                  <c:v>0.40357703016481483</c:v>
                </c:pt>
                <c:pt idx="149">
                  <c:v>0.37278525650554811</c:v>
                </c:pt>
                <c:pt idx="150">
                  <c:v>0.33293364200923714</c:v>
                </c:pt>
                <c:pt idx="151">
                  <c:v>0.28932802351363474</c:v>
                </c:pt>
                <c:pt idx="152">
                  <c:v>0.23453929836815066</c:v>
                </c:pt>
                <c:pt idx="153">
                  <c:v>0.16610203969854215</c:v>
                </c:pt>
                <c:pt idx="154">
                  <c:v>9.2578440129614997E-2</c:v>
                </c:pt>
                <c:pt idx="155">
                  <c:v>1.1195825432362666E-2</c:v>
                </c:pt>
                <c:pt idx="156">
                  <c:v>-7.5180490516538717E-2</c:v>
                </c:pt>
                <c:pt idx="157">
                  <c:v>-0.16304090454567702</c:v>
                </c:pt>
                <c:pt idx="158">
                  <c:v>-0.25058382907206267</c:v>
                </c:pt>
                <c:pt idx="159">
                  <c:v>-0.3381267540865881</c:v>
                </c:pt>
                <c:pt idx="160">
                  <c:v>0.70474463475375182</c:v>
                </c:pt>
                <c:pt idx="161">
                  <c:v>0.69527978632841902</c:v>
                </c:pt>
                <c:pt idx="162">
                  <c:v>0.6848675914451009</c:v>
                </c:pt>
                <c:pt idx="163">
                  <c:v>0.67137058674667194</c:v>
                </c:pt>
                <c:pt idx="164">
                  <c:v>0.655681883437357</c:v>
                </c:pt>
                <c:pt idx="165">
                  <c:v>0.63913381939346137</c:v>
                </c:pt>
                <c:pt idx="166">
                  <c:v>0.61981820073013383</c:v>
                </c:pt>
                <c:pt idx="167">
                  <c:v>0.60000935688873636</c:v>
                </c:pt>
                <c:pt idx="168">
                  <c:v>0.57876552817058913</c:v>
                </c:pt>
                <c:pt idx="169">
                  <c:v>0.55291368717079981</c:v>
                </c:pt>
                <c:pt idx="170">
                  <c:v>0.52176066521008191</c:v>
                </c:pt>
                <c:pt idx="171">
                  <c:v>0.48480858172168195</c:v>
                </c:pt>
                <c:pt idx="172">
                  <c:v>0.43844006399533131</c:v>
                </c:pt>
                <c:pt idx="173">
                  <c:v>0.38655086985775822</c:v>
                </c:pt>
                <c:pt idx="174">
                  <c:v>0.31645400978711102</c:v>
                </c:pt>
                <c:pt idx="175">
                  <c:v>0.23820508526580128</c:v>
                </c:pt>
                <c:pt idx="176">
                  <c:v>0.15017894437853976</c:v>
                </c:pt>
                <c:pt idx="177">
                  <c:v>5.9726712381565072E-2</c:v>
                </c:pt>
                <c:pt idx="178">
                  <c:v>-2.7362324195699846E-2</c:v>
                </c:pt>
                <c:pt idx="179">
                  <c:v>-0.11378263227409395</c:v>
                </c:pt>
                <c:pt idx="180">
                  <c:v>0.85915785668451672</c:v>
                </c:pt>
                <c:pt idx="181">
                  <c:v>0.85118664947130473</c:v>
                </c:pt>
                <c:pt idx="182">
                  <c:v>0.84199506460029738</c:v>
                </c:pt>
                <c:pt idx="183">
                  <c:v>0.83275925524528172</c:v>
                </c:pt>
                <c:pt idx="184">
                  <c:v>0.82130265219841969</c:v>
                </c:pt>
                <c:pt idx="185">
                  <c:v>0.80785452737268271</c:v>
                </c:pt>
                <c:pt idx="186">
                  <c:v>0.79308826514376651</c:v>
                </c:pt>
                <c:pt idx="187">
                  <c:v>0.77398236595619418</c:v>
                </c:pt>
                <c:pt idx="188">
                  <c:v>0.75206492099597688</c:v>
                </c:pt>
                <c:pt idx="189">
                  <c:v>0.72740412875408789</c:v>
                </c:pt>
                <c:pt idx="190">
                  <c:v>0.69709068371249783</c:v>
                </c:pt>
                <c:pt idx="191">
                  <c:v>0.66086575221568422</c:v>
                </c:pt>
                <c:pt idx="192">
                  <c:v>0.61800218227206072</c:v>
                </c:pt>
                <c:pt idx="193">
                  <c:v>0.56767506165651715</c:v>
                </c:pt>
                <c:pt idx="194">
                  <c:v>0.50826854825485268</c:v>
                </c:pt>
                <c:pt idx="195">
                  <c:v>0.43871332803779661</c:v>
                </c:pt>
                <c:pt idx="196">
                  <c:v>0.35901475492199902</c:v>
                </c:pt>
                <c:pt idx="197">
                  <c:v>0.26989020394822716</c:v>
                </c:pt>
                <c:pt idx="198">
                  <c:v>0.17809562721031158</c:v>
                </c:pt>
                <c:pt idx="199">
                  <c:v>8.6301050472396015E-2</c:v>
                </c:pt>
                <c:pt idx="200">
                  <c:v>1.0130683103053291</c:v>
                </c:pt>
                <c:pt idx="201">
                  <c:v>1.0090852667475803</c:v>
                </c:pt>
                <c:pt idx="202">
                  <c:v>1.0011138266917132</c:v>
                </c:pt>
                <c:pt idx="203">
                  <c:v>0.99314750770984028</c:v>
                </c:pt>
                <c:pt idx="204">
                  <c:v>0.98517606716583317</c:v>
                </c:pt>
                <c:pt idx="205">
                  <c:v>0.97720485995262119</c:v>
                </c:pt>
                <c:pt idx="206">
                  <c:v>0.96724678634921879</c:v>
                </c:pt>
                <c:pt idx="207">
                  <c:v>0.95329566037087443</c:v>
                </c:pt>
                <c:pt idx="208">
                  <c:v>0.93337462493273038</c:v>
                </c:pt>
                <c:pt idx="209">
                  <c:v>0.90946565819363856</c:v>
                </c:pt>
                <c:pt idx="210">
                  <c:v>0.88555645861189147</c:v>
                </c:pt>
                <c:pt idx="211">
                  <c:v>0.84969300825918392</c:v>
                </c:pt>
                <c:pt idx="212">
                  <c:v>0.81183780328494703</c:v>
                </c:pt>
                <c:pt idx="213">
                  <c:v>0.76601115874298265</c:v>
                </c:pt>
                <c:pt idx="214">
                  <c:v>0.71620123780061395</c:v>
                </c:pt>
                <c:pt idx="215">
                  <c:v>0.6584203424876891</c:v>
                </c:pt>
                <c:pt idx="216">
                  <c:v>0.58796223362745104</c:v>
                </c:pt>
                <c:pt idx="217">
                  <c:v>0.51098256712476875</c:v>
                </c:pt>
                <c:pt idx="218">
                  <c:v>0.41734264351702488</c:v>
                </c:pt>
                <c:pt idx="219">
                  <c:v>0.32170631087534712</c:v>
                </c:pt>
                <c:pt idx="220">
                  <c:v>1.1708302958044419</c:v>
                </c:pt>
                <c:pt idx="221">
                  <c:v>1.1693853021104981</c:v>
                </c:pt>
                <c:pt idx="222">
                  <c:v>1.1679356530278699</c:v>
                </c:pt>
                <c:pt idx="223">
                  <c:v>1.1650801146375915</c:v>
                </c:pt>
                <c:pt idx="224">
                  <c:v>1.1650801146375915</c:v>
                </c:pt>
                <c:pt idx="225">
                  <c:v>1.1623658634131604</c:v>
                </c:pt>
                <c:pt idx="226">
                  <c:v>1.1596469568000447</c:v>
                </c:pt>
                <c:pt idx="227">
                  <c:v>1.1569329384182685</c:v>
                </c:pt>
                <c:pt idx="228">
                  <c:v>1.1514951251920373</c:v>
                </c:pt>
                <c:pt idx="229">
                  <c:v>1.143299301454537</c:v>
                </c:pt>
                <c:pt idx="230">
                  <c:v>1.1259116600033743</c:v>
                </c:pt>
                <c:pt idx="231">
                  <c:v>1.1041797271811515</c:v>
                </c:pt>
                <c:pt idx="232">
                  <c:v>1.0687212849048722</c:v>
                </c:pt>
                <c:pt idx="233">
                  <c:v>1.0348980038492159</c:v>
                </c:pt>
                <c:pt idx="234">
                  <c:v>0.98418030652046606</c:v>
                </c:pt>
                <c:pt idx="235">
                  <c:v>0.9302944700181639</c:v>
                </c:pt>
                <c:pt idx="236">
                  <c:v>0.85779595950635945</c:v>
                </c:pt>
                <c:pt idx="237">
                  <c:v>0.77814626626325389</c:v>
                </c:pt>
                <c:pt idx="238">
                  <c:v>0.69573367427753974</c:v>
                </c:pt>
                <c:pt idx="239">
                  <c:v>0.58479409445389874</c:v>
                </c:pt>
                <c:pt idx="240">
                  <c:v>1.3409126686073054</c:v>
                </c:pt>
                <c:pt idx="241">
                  <c:v>1.3409126686073054</c:v>
                </c:pt>
                <c:pt idx="242">
                  <c:v>1.3409126686073054</c:v>
                </c:pt>
                <c:pt idx="243">
                  <c:v>1.3401855166157191</c:v>
                </c:pt>
                <c:pt idx="244">
                  <c:v>1.3394630195246777</c:v>
                </c:pt>
                <c:pt idx="245">
                  <c:v>1.3385259152146809</c:v>
                </c:pt>
                <c:pt idx="246">
                  <c:v>1.3371051288584972</c:v>
                </c:pt>
                <c:pt idx="247">
                  <c:v>1.3368272094273488</c:v>
                </c:pt>
                <c:pt idx="248">
                  <c:v>1.3351136070796232</c:v>
                </c:pt>
                <c:pt idx="249">
                  <c:v>1.3322189643030513</c:v>
                </c:pt>
                <c:pt idx="250">
                  <c:v>1.3285971695348939</c:v>
                </c:pt>
                <c:pt idx="251">
                  <c:v>1.3214946343217691</c:v>
                </c:pt>
                <c:pt idx="252">
                  <c:v>1.3088518702602059</c:v>
                </c:pt>
                <c:pt idx="253">
                  <c:v>1.2907368439748024</c:v>
                </c:pt>
                <c:pt idx="254">
                  <c:v>1.2649243402039618</c:v>
                </c:pt>
                <c:pt idx="255">
                  <c:v>1.2286114239600217</c:v>
                </c:pt>
                <c:pt idx="256">
                  <c:v>1.1836927881589545</c:v>
                </c:pt>
                <c:pt idx="257">
                  <c:v>1.1279031817822482</c:v>
                </c:pt>
                <c:pt idx="258">
                  <c:v>1.0598029640763302</c:v>
                </c:pt>
                <c:pt idx="259">
                  <c:v>0.99531965339537021</c:v>
                </c:pt>
                <c:pt idx="260">
                  <c:v>1.4766154562950433</c:v>
                </c:pt>
                <c:pt idx="261">
                  <c:v>1.4766154562950433</c:v>
                </c:pt>
                <c:pt idx="262">
                  <c:v>1.4766154562950433</c:v>
                </c:pt>
                <c:pt idx="263">
                  <c:v>1.4766154562950433</c:v>
                </c:pt>
                <c:pt idx="264">
                  <c:v>1.4766154562950433</c:v>
                </c:pt>
                <c:pt idx="265">
                  <c:v>1.4766154562950433</c:v>
                </c:pt>
                <c:pt idx="266">
                  <c:v>1.4766154562950433</c:v>
                </c:pt>
                <c:pt idx="267">
                  <c:v>1.4766154562950433</c:v>
                </c:pt>
                <c:pt idx="268">
                  <c:v>1.4766154562950433</c:v>
                </c:pt>
                <c:pt idx="269">
                  <c:v>1.4766154562950433</c:v>
                </c:pt>
                <c:pt idx="270">
                  <c:v>1.4754879516157131</c:v>
                </c:pt>
                <c:pt idx="271">
                  <c:v>1.472954557140592</c:v>
                </c:pt>
                <c:pt idx="272">
                  <c:v>1.4685176256337229</c:v>
                </c:pt>
                <c:pt idx="273">
                  <c:v>1.4590083193935872</c:v>
                </c:pt>
                <c:pt idx="274">
                  <c:v>1.4450625468437515</c:v>
                </c:pt>
                <c:pt idx="275">
                  <c:v>1.4260397446601065</c:v>
                </c:pt>
                <c:pt idx="276">
                  <c:v>1.4019496878409083</c:v>
                </c:pt>
                <c:pt idx="277">
                  <c:v>1.3708893055278604</c:v>
                </c:pt>
                <c:pt idx="278">
                  <c:v>1.3353868711220884</c:v>
                </c:pt>
                <c:pt idx="279">
                  <c:v>1.2922795983904103</c:v>
                </c:pt>
              </c:numCache>
            </c:numRef>
          </c:xVal>
          <c:yVal>
            <c:numRef>
              <c:f>Sheet1!$B$894:$B$1173</c:f>
              <c:numCache>
                <c:formatCode>General</c:formatCode>
                <c:ptCount val="280"/>
                <c:pt idx="0">
                  <c:v>-1.7277892783289246</c:v>
                </c:pt>
                <c:pt idx="1">
                  <c:v>-1.6791438915860681</c:v>
                </c:pt>
                <c:pt idx="2">
                  <c:v>-1.6320841250776497</c:v>
                </c:pt>
                <c:pt idx="3">
                  <c:v>-1.5868218540090768</c:v>
                </c:pt>
                <c:pt idx="4">
                  <c:v>-1.5442209311576476</c:v>
                </c:pt>
                <c:pt idx="5">
                  <c:v>-1.5052450325904025</c:v>
                </c:pt>
                <c:pt idx="6">
                  <c:v>-1.4698582138371326</c:v>
                </c:pt>
                <c:pt idx="7">
                  <c:v>-1.4373206635241991</c:v>
                </c:pt>
                <c:pt idx="8">
                  <c:v>-1.4087780672760148</c:v>
                </c:pt>
                <c:pt idx="9">
                  <c:v>-1.385270184211409</c:v>
                </c:pt>
                <c:pt idx="10">
                  <c:v>-1.3668949317148233</c:v>
                </c:pt>
                <c:pt idx="11">
                  <c:v>-1.3547620983281619</c:v>
                </c:pt>
                <c:pt idx="12">
                  <c:v>-1.3498193906635165</c:v>
                </c:pt>
                <c:pt idx="13">
                  <c:v>-1.3478438902268692</c:v>
                </c:pt>
                <c:pt idx="14">
                  <c:v>-1.3471800667297225</c:v>
                </c:pt>
                <c:pt idx="15">
                  <c:v>-1.347719944798299</c:v>
                </c:pt>
                <c:pt idx="16">
                  <c:v>-1.348507713724016</c:v>
                </c:pt>
                <c:pt idx="17">
                  <c:v>-1.3500593205870071</c:v>
                </c:pt>
                <c:pt idx="18">
                  <c:v>-1.3520728149619003</c:v>
                </c:pt>
                <c:pt idx="19">
                  <c:v>-1.354442175967608</c:v>
                </c:pt>
                <c:pt idx="20">
                  <c:v>-1.610309762658267</c:v>
                </c:pt>
                <c:pt idx="21">
                  <c:v>-1.5586252085654715</c:v>
                </c:pt>
                <c:pt idx="22">
                  <c:v>-1.5089920476105192</c:v>
                </c:pt>
                <c:pt idx="23">
                  <c:v>-1.4624201496703275</c:v>
                </c:pt>
                <c:pt idx="24">
                  <c:v>-1.4180916650269879</c:v>
                </c:pt>
                <c:pt idx="25">
                  <c:v>-1.3766744215382698</c:v>
                </c:pt>
                <c:pt idx="26">
                  <c:v>-1.3367767498276091</c:v>
                </c:pt>
                <c:pt idx="27">
                  <c:v>-1.2995124429974818</c:v>
                </c:pt>
                <c:pt idx="28">
                  <c:v>-1.266584988888463</c:v>
                </c:pt>
                <c:pt idx="29">
                  <c:v>-1.2415234968805287</c:v>
                </c:pt>
                <c:pt idx="30">
                  <c:v>-1.223538148180028</c:v>
                </c:pt>
                <c:pt idx="31">
                  <c:v>-1.2141646275827036</c:v>
                </c:pt>
                <c:pt idx="32">
                  <c:v>-1.2093138778493433</c:v>
                </c:pt>
                <c:pt idx="33">
                  <c:v>-1.2081981776418782</c:v>
                </c:pt>
                <c:pt idx="34">
                  <c:v>-1.2086980592919747</c:v>
                </c:pt>
                <c:pt idx="35">
                  <c:v>-1.2107255216413235</c:v>
                </c:pt>
                <c:pt idx="36">
                  <c:v>-1.2127149420648815</c:v>
                </c:pt>
                <c:pt idx="37">
                  <c:v>-1.2157882181615118</c:v>
                </c:pt>
                <c:pt idx="38">
                  <c:v>-1.2189413913199614</c:v>
                </c:pt>
                <c:pt idx="39">
                  <c:v>-1.2227883733925053</c:v>
                </c:pt>
                <c:pt idx="40">
                  <c:v>-1.4569635925810789</c:v>
                </c:pt>
                <c:pt idx="41">
                  <c:v>-1.4022457586101846</c:v>
                </c:pt>
                <c:pt idx="42">
                  <c:v>-1.3480598413743206</c:v>
                </c:pt>
                <c:pt idx="43">
                  <c:v>-1.2973490221376935</c:v>
                </c:pt>
                <c:pt idx="44">
                  <c:v>-1.2488456243400097</c:v>
                </c:pt>
                <c:pt idx="45">
                  <c:v>-1.2026735458221913</c:v>
                </c:pt>
                <c:pt idx="46">
                  <c:v>-1.1594028406203027</c:v>
                </c:pt>
                <c:pt idx="47">
                  <c:v>-1.1185414450550057</c:v>
                </c:pt>
                <c:pt idx="48">
                  <c:v>-1.0815070093592405</c:v>
                </c:pt>
                <c:pt idx="49">
                  <c:v>-1.0531503788415599</c:v>
                </c:pt>
                <c:pt idx="50">
                  <c:v>-1.0362527949994584</c:v>
                </c:pt>
                <c:pt idx="51">
                  <c:v>-1.0230542210377473</c:v>
                </c:pt>
                <c:pt idx="52">
                  <c:v>-1.014094487637303</c:v>
                </c:pt>
                <c:pt idx="53">
                  <c:v>-1.008194014971334</c:v>
                </c:pt>
                <c:pt idx="54">
                  <c:v>-1.003879186533575</c:v>
                </c:pt>
                <c:pt idx="55">
                  <c:v>-1.0034113399684119</c:v>
                </c:pt>
                <c:pt idx="56">
                  <c:v>-1.0050648679766236</c:v>
                </c:pt>
                <c:pt idx="57">
                  <c:v>-1.0072563197606703</c:v>
                </c:pt>
                <c:pt idx="58">
                  <c:v>-1.0099336376327104</c:v>
                </c:pt>
                <c:pt idx="59">
                  <c:v>-1.0140465302851731</c:v>
                </c:pt>
                <c:pt idx="60">
                  <c:v>-1.2825708583762774</c:v>
                </c:pt>
                <c:pt idx="61">
                  <c:v>-1.2186974094481997</c:v>
                </c:pt>
                <c:pt idx="62">
                  <c:v>-1.1570514039621294</c:v>
                </c:pt>
                <c:pt idx="63">
                  <c:v>-1.0984546482090018</c:v>
                </c:pt>
                <c:pt idx="64">
                  <c:v>-1.0444706669583821</c:v>
                </c:pt>
                <c:pt idx="65">
                  <c:v>-0.993149988217647</c:v>
                </c:pt>
                <c:pt idx="66">
                  <c:v>-0.94668606565123314</c:v>
                </c:pt>
                <c:pt idx="67">
                  <c:v>-0.9048948882212744</c:v>
                </c:pt>
                <c:pt idx="68">
                  <c:v>-0.86757451994252643</c:v>
                </c:pt>
                <c:pt idx="69">
                  <c:v>-0.83688647476973621</c:v>
                </c:pt>
                <c:pt idx="70">
                  <c:v>-0.81336858090354647</c:v>
                </c:pt>
                <c:pt idx="71">
                  <c:v>-0.79909635302078386</c:v>
                </c:pt>
                <c:pt idx="72">
                  <c:v>-0.78909290332863957</c:v>
                </c:pt>
                <c:pt idx="73">
                  <c:v>-0.78283050980329938</c:v>
                </c:pt>
                <c:pt idx="74">
                  <c:v>-0.78011524538071331</c:v>
                </c:pt>
                <c:pt idx="75">
                  <c:v>-0.78087703345005355</c:v>
                </c:pt>
                <c:pt idx="76">
                  <c:v>-0.78239069396244643</c:v>
                </c:pt>
                <c:pt idx="77">
                  <c:v>-0.78448012882613194</c:v>
                </c:pt>
                <c:pt idx="78">
                  <c:v>-0.78832911297901365</c:v>
                </c:pt>
                <c:pt idx="79">
                  <c:v>-0.79186623128018385</c:v>
                </c:pt>
                <c:pt idx="80">
                  <c:v>-1.0645194218785954</c:v>
                </c:pt>
                <c:pt idx="81">
                  <c:v>-0.99472152150850968</c:v>
                </c:pt>
                <c:pt idx="82">
                  <c:v>-0.9267911937889417</c:v>
                </c:pt>
                <c:pt idx="83">
                  <c:v>-0.86061040415708967</c:v>
                </c:pt>
                <c:pt idx="84">
                  <c:v>-0.79978615737430714</c:v>
                </c:pt>
                <c:pt idx="85">
                  <c:v>-0.74535425618634377</c:v>
                </c:pt>
                <c:pt idx="86">
                  <c:v>-0.69548526504376862</c:v>
                </c:pt>
                <c:pt idx="87">
                  <c:v>-0.6503669138191821</c:v>
                </c:pt>
                <c:pt idx="88">
                  <c:v>-0.60800396639855381</c:v>
                </c:pt>
                <c:pt idx="89">
                  <c:v>-0.57150735890343141</c:v>
                </c:pt>
                <c:pt idx="90">
                  <c:v>-0.54574204717981856</c:v>
                </c:pt>
                <c:pt idx="91">
                  <c:v>-0.52733290028090596</c:v>
                </c:pt>
                <c:pt idx="92">
                  <c:v>-0.51621975702220535</c:v>
                </c:pt>
                <c:pt idx="93">
                  <c:v>-0.51098515752136853</c:v>
                </c:pt>
                <c:pt idx="94">
                  <c:v>-0.51071915156620551</c:v>
                </c:pt>
                <c:pt idx="95">
                  <c:v>-0.51092509171212463</c:v>
                </c:pt>
                <c:pt idx="96">
                  <c:v>-0.51217284144465081</c:v>
                </c:pt>
                <c:pt idx="97">
                  <c:v>-0.51393629971922561</c:v>
                </c:pt>
                <c:pt idx="98">
                  <c:v>-0.51595184396205285</c:v>
                </c:pt>
                <c:pt idx="99">
                  <c:v>-0.51702359117801111</c:v>
                </c:pt>
                <c:pt idx="100">
                  <c:v>-0.80572657867115971</c:v>
                </c:pt>
                <c:pt idx="101">
                  <c:v>-0.72919443384994742</c:v>
                </c:pt>
                <c:pt idx="102">
                  <c:v>-0.65634337476153948</c:v>
                </c:pt>
                <c:pt idx="103">
                  <c:v>-0.58610766083088661</c:v>
                </c:pt>
                <c:pt idx="104">
                  <c:v>-0.52209820560477294</c:v>
                </c:pt>
                <c:pt idx="105">
                  <c:v>-0.4630695473567949</c:v>
                </c:pt>
                <c:pt idx="106">
                  <c:v>-0.40800190118359131</c:v>
                </c:pt>
                <c:pt idx="107">
                  <c:v>-0.35988835959434479</c:v>
                </c:pt>
                <c:pt idx="108">
                  <c:v>-0.31573573450468045</c:v>
                </c:pt>
                <c:pt idx="109">
                  <c:v>-0.27851738254644937</c:v>
                </c:pt>
                <c:pt idx="110">
                  <c:v>-0.24795738273804505</c:v>
                </c:pt>
                <c:pt idx="111">
                  <c:v>-0.22723884646711262</c:v>
                </c:pt>
                <c:pt idx="112">
                  <c:v>-0.21975864003880549</c:v>
                </c:pt>
                <c:pt idx="113">
                  <c:v>-0.21663158969988461</c:v>
                </c:pt>
                <c:pt idx="114">
                  <c:v>-0.21774519265171613</c:v>
                </c:pt>
                <c:pt idx="115">
                  <c:v>-0.22230409933622156</c:v>
                </c:pt>
                <c:pt idx="116">
                  <c:v>-0.22899639227633439</c:v>
                </c:pt>
                <c:pt idx="117">
                  <c:v>-0.23499077836601817</c:v>
                </c:pt>
                <c:pt idx="118">
                  <c:v>-0.24178699433174156</c:v>
                </c:pt>
                <c:pt idx="119">
                  <c:v>-0.2479213440922807</c:v>
                </c:pt>
                <c:pt idx="120">
                  <c:v>-0.51110109422869254</c:v>
                </c:pt>
                <c:pt idx="121">
                  <c:v>-0.42982221867481862</c:v>
                </c:pt>
                <c:pt idx="122">
                  <c:v>-0.35252618812873604</c:v>
                </c:pt>
                <c:pt idx="123">
                  <c:v>-0.27544620370545275</c:v>
                </c:pt>
                <c:pt idx="124">
                  <c:v>-0.20638415953561559</c:v>
                </c:pt>
                <c:pt idx="125">
                  <c:v>-0.14032331037186599</c:v>
                </c:pt>
                <c:pt idx="126">
                  <c:v>-7.4732311253254233E-2</c:v>
                </c:pt>
                <c:pt idx="127">
                  <c:v>-1.4506053655654296E-2</c:v>
                </c:pt>
                <c:pt idx="128">
                  <c:v>3.7922315971455393E-2</c:v>
                </c:pt>
                <c:pt idx="129">
                  <c:v>8.1762980633956414E-2</c:v>
                </c:pt>
                <c:pt idx="130">
                  <c:v>0.11820162057520935</c:v>
                </c:pt>
                <c:pt idx="131">
                  <c:v>0.14520457565457207</c:v>
                </c:pt>
                <c:pt idx="132">
                  <c:v>0.16073647017669371</c:v>
                </c:pt>
                <c:pt idx="133">
                  <c:v>0.1699940552663825</c:v>
                </c:pt>
                <c:pt idx="134">
                  <c:v>0.17174168564926476</c:v>
                </c:pt>
                <c:pt idx="135">
                  <c:v>0.16333188850668079</c:v>
                </c:pt>
                <c:pt idx="136">
                  <c:v>0.14776986580466683</c:v>
                </c:pt>
                <c:pt idx="137">
                  <c:v>0.13024435474813487</c:v>
                </c:pt>
                <c:pt idx="138">
                  <c:v>0.1122911367077601</c:v>
                </c:pt>
                <c:pt idx="139">
                  <c:v>9.5567457526748598E-2</c:v>
                </c:pt>
                <c:pt idx="140">
                  <c:v>-0.34776153284859229</c:v>
                </c:pt>
                <c:pt idx="141">
                  <c:v>-0.2676221925155377</c:v>
                </c:pt>
                <c:pt idx="142">
                  <c:v>-0.18766495831478847</c:v>
                </c:pt>
                <c:pt idx="143">
                  <c:v>-0.11038303770631289</c:v>
                </c:pt>
                <c:pt idx="144">
                  <c:v>-3.8379860940514099E-2</c:v>
                </c:pt>
                <c:pt idx="145">
                  <c:v>2.9558666850633214E-2</c:v>
                </c:pt>
                <c:pt idx="146">
                  <c:v>9.5857298295317708E-2</c:v>
                </c:pt>
                <c:pt idx="147">
                  <c:v>0.15683962364703011</c:v>
                </c:pt>
                <c:pt idx="148">
                  <c:v>0.21442660629812077</c:v>
                </c:pt>
                <c:pt idx="149">
                  <c:v>0.26758682596532302</c:v>
                </c:pt>
                <c:pt idx="150">
                  <c:v>0.31044565147521674</c:v>
                </c:pt>
                <c:pt idx="151">
                  <c:v>0.34844390660081098</c:v>
                </c:pt>
                <c:pt idx="152">
                  <c:v>0.37350339612851147</c:v>
                </c:pt>
                <c:pt idx="153">
                  <c:v>0.38274896633679822</c:v>
                </c:pt>
                <c:pt idx="154">
                  <c:v>0.38516819239946964</c:v>
                </c:pt>
                <c:pt idx="155">
                  <c:v>0.37761228362055882</c:v>
                </c:pt>
                <c:pt idx="156">
                  <c:v>0.36298995700985787</c:v>
                </c:pt>
                <c:pt idx="157">
                  <c:v>0.34493071848829121</c:v>
                </c:pt>
                <c:pt idx="158">
                  <c:v>0.32524779341282783</c:v>
                </c:pt>
                <c:pt idx="159">
                  <c:v>0.30345340839053703</c:v>
                </c:pt>
                <c:pt idx="160">
                  <c:v>-0.17845351924738065</c:v>
                </c:pt>
                <c:pt idx="161">
                  <c:v>-9.8502195512503846E-2</c:v>
                </c:pt>
                <c:pt idx="162">
                  <c:v>-1.9734646515582311E-2</c:v>
                </c:pt>
                <c:pt idx="163">
                  <c:v>5.5607813501698876E-2</c:v>
                </c:pt>
                <c:pt idx="164">
                  <c:v>0.12836286111096593</c:v>
                </c:pt>
                <c:pt idx="165">
                  <c:v>0.19987845643401136</c:v>
                </c:pt>
                <c:pt idx="166">
                  <c:v>0.26810472753814574</c:v>
                </c:pt>
                <c:pt idx="167">
                  <c:v>0.33538710564032331</c:v>
                </c:pt>
                <c:pt idx="168">
                  <c:v>0.40070428183275464</c:v>
                </c:pt>
                <c:pt idx="169">
                  <c:v>0.46054268610204735</c:v>
                </c:pt>
                <c:pt idx="170">
                  <c:v>0.51403088463864566</c:v>
                </c:pt>
                <c:pt idx="171">
                  <c:v>0.56048470102823145</c:v>
                </c:pt>
                <c:pt idx="172">
                  <c:v>0.59575367656903233</c:v>
                </c:pt>
                <c:pt idx="173">
                  <c:v>0.62397625508141852</c:v>
                </c:pt>
                <c:pt idx="174">
                  <c:v>0.63086457314100719</c:v>
                </c:pt>
                <c:pt idx="175">
                  <c:v>0.62739734110007217</c:v>
                </c:pt>
                <c:pt idx="176">
                  <c:v>0.61157751131478599</c:v>
                </c:pt>
                <c:pt idx="177">
                  <c:v>0.59145677187896328</c:v>
                </c:pt>
                <c:pt idx="178">
                  <c:v>0.57337941805942583</c:v>
                </c:pt>
                <c:pt idx="179">
                  <c:v>0.55419437175392905</c:v>
                </c:pt>
                <c:pt idx="180">
                  <c:v>-1.9652651798233226E-2</c:v>
                </c:pt>
                <c:pt idx="181">
                  <c:v>6.3307878863147607E-2</c:v>
                </c:pt>
                <c:pt idx="182">
                  <c:v>0.14480260998928041</c:v>
                </c:pt>
                <c:pt idx="183">
                  <c:v>0.22606356179546458</c:v>
                </c:pt>
                <c:pt idx="184">
                  <c:v>0.30473119272724375</c:v>
                </c:pt>
                <c:pt idx="185">
                  <c:v>0.38099542348856308</c:v>
                </c:pt>
                <c:pt idx="186">
                  <c:v>0.45554596705666334</c:v>
                </c:pt>
                <c:pt idx="187">
                  <c:v>0.52498995408893601</c:v>
                </c:pt>
                <c:pt idx="188">
                  <c:v>0.59093295984026806</c:v>
                </c:pt>
                <c:pt idx="189">
                  <c:v>0.65337860337129205</c:v>
                </c:pt>
                <c:pt idx="190">
                  <c:v>0.70897616439913602</c:v>
                </c:pt>
                <c:pt idx="191">
                  <c:v>0.75730575191123417</c:v>
                </c:pt>
                <c:pt idx="192">
                  <c:v>0.79741336952807385</c:v>
                </c:pt>
                <c:pt idx="193">
                  <c:v>0.82823327387533274</c:v>
                </c:pt>
                <c:pt idx="194">
                  <c:v>0.8477602174375517</c:v>
                </c:pt>
                <c:pt idx="195">
                  <c:v>0.85462050477283025</c:v>
                </c:pt>
                <c:pt idx="196">
                  <c:v>0.84864194657483927</c:v>
                </c:pt>
                <c:pt idx="197">
                  <c:v>0.83047268261161322</c:v>
                </c:pt>
                <c:pt idx="198">
                  <c:v>0.80771857869515329</c:v>
                </c:pt>
                <c:pt idx="199">
                  <c:v>0.78329292664780692</c:v>
                </c:pt>
                <c:pt idx="200">
                  <c:v>0.14450876426024381</c:v>
                </c:pt>
                <c:pt idx="201">
                  <c:v>0.23316182336185573</c:v>
                </c:pt>
                <c:pt idx="202">
                  <c:v>0.31733988000067792</c:v>
                </c:pt>
                <c:pt idx="203">
                  <c:v>0.4013701549978872</c:v>
                </c:pt>
                <c:pt idx="204">
                  <c:v>0.4852522684520908</c:v>
                </c:pt>
                <c:pt idx="205">
                  <c:v>0.5689845008096186</c:v>
                </c:pt>
                <c:pt idx="206">
                  <c:v>0.65030151406442327</c:v>
                </c:pt>
                <c:pt idx="207">
                  <c:v>0.72687351294106739</c:v>
                </c:pt>
                <c:pt idx="208">
                  <c:v>0.79630949205188595</c:v>
                </c:pt>
                <c:pt idx="209">
                  <c:v>0.86079089317913371</c:v>
                </c:pt>
                <c:pt idx="210">
                  <c:v>0.92487013869039425</c:v>
                </c:pt>
                <c:pt idx="211">
                  <c:v>0.97456331826683817</c:v>
                </c:pt>
                <c:pt idx="212">
                  <c:v>1.0213552189028561</c:v>
                </c:pt>
                <c:pt idx="213">
                  <c:v>1.0581576864085736</c:v>
                </c:pt>
                <c:pt idx="214">
                  <c:v>1.089543543856341</c:v>
                </c:pt>
                <c:pt idx="215">
                  <c:v>1.1107059969036821</c:v>
                </c:pt>
                <c:pt idx="216">
                  <c:v>1.1159326842582056</c:v>
                </c:pt>
                <c:pt idx="217">
                  <c:v>1.1123575242311927</c:v>
                </c:pt>
                <c:pt idx="218">
                  <c:v>1.0877879055520048</c:v>
                </c:pt>
                <c:pt idx="219">
                  <c:v>1.0594491991819102</c:v>
                </c:pt>
                <c:pt idx="220">
                  <c:v>0.31886345653925485</c:v>
                </c:pt>
                <c:pt idx="221">
                  <c:v>0.41175144841644329</c:v>
                </c:pt>
                <c:pt idx="222">
                  <c:v>0.50461522257961156</c:v>
                </c:pt>
                <c:pt idx="223">
                  <c:v>0.59583567128638149</c:v>
                </c:pt>
                <c:pt idx="224">
                  <c:v>0.69031512208251145</c:v>
                </c:pt>
                <c:pt idx="225">
                  <c:v>0.78161947301151624</c:v>
                </c:pt>
                <c:pt idx="226">
                  <c:v>0.87287367095829105</c:v>
                </c:pt>
                <c:pt idx="227">
                  <c:v>0.96408210678313933</c:v>
                </c:pt>
                <c:pt idx="228">
                  <c:v>1.0519951159730279</c:v>
                </c:pt>
                <c:pt idx="229">
                  <c:v>1.1364971465207792</c:v>
                </c:pt>
                <c:pt idx="230">
                  <c:v>1.2097500748994934</c:v>
                </c:pt>
                <c:pt idx="231">
                  <c:v>1.2774586363809826</c:v>
                </c:pt>
                <c:pt idx="232">
                  <c:v>1.3281313657042746</c:v>
                </c:pt>
                <c:pt idx="233">
                  <c:v>1.3803200455455633</c:v>
                </c:pt>
                <c:pt idx="234">
                  <c:v>1.4113579033205588</c:v>
                </c:pt>
                <c:pt idx="235">
                  <c:v>1.4378810929284445</c:v>
                </c:pt>
                <c:pt idx="236">
                  <c:v>1.4409004052319845</c:v>
                </c:pt>
                <c:pt idx="237">
                  <c:v>1.4343278612096932</c:v>
                </c:pt>
                <c:pt idx="238">
                  <c:v>1.4234286682177955</c:v>
                </c:pt>
                <c:pt idx="239">
                  <c:v>1.3765391349234315</c:v>
                </c:pt>
                <c:pt idx="240">
                  <c:v>0.51372883903797784</c:v>
                </c:pt>
                <c:pt idx="241">
                  <c:v>0.60972004544094072</c:v>
                </c:pt>
                <c:pt idx="242">
                  <c:v>0.7057110598937264</c:v>
                </c:pt>
                <c:pt idx="243">
                  <c:v>0.8008403660126</c:v>
                </c:pt>
                <c:pt idx="244">
                  <c:v>0.89595575374414738</c:v>
                </c:pt>
                <c:pt idx="245">
                  <c:v>0.99080704202567715</c:v>
                </c:pt>
                <c:pt idx="246">
                  <c:v>1.085050616046277</c:v>
                </c:pt>
                <c:pt idx="247">
                  <c:v>1.1806678875082586</c:v>
                </c:pt>
                <c:pt idx="248">
                  <c:v>1.2745236082005509</c:v>
                </c:pt>
                <c:pt idx="249">
                  <c:v>1.3668813037221217</c:v>
                </c:pt>
                <c:pt idx="250">
                  <c:v>1.4582897676274322</c:v>
                </c:pt>
                <c:pt idx="251">
                  <c:v>1.5452872964405471</c:v>
                </c:pt>
                <c:pt idx="252">
                  <c:v>1.6252065864901271</c:v>
                </c:pt>
                <c:pt idx="253">
                  <c:v>1.6980293285285433</c:v>
                </c:pt>
                <c:pt idx="254">
                  <c:v>1.7608391815249056</c:v>
                </c:pt>
                <c:pt idx="255">
                  <c:v>1.8099723184667131</c:v>
                </c:pt>
                <c:pt idx="256">
                  <c:v>1.8477165795193251</c:v>
                </c:pt>
                <c:pt idx="257">
                  <c:v>1.8710984204995709</c:v>
                </c:pt>
                <c:pt idx="258">
                  <c:v>1.878176661262587</c:v>
                </c:pt>
                <c:pt idx="259">
                  <c:v>1.8891639513878835</c:v>
                </c:pt>
                <c:pt idx="260">
                  <c:v>0.67434522324933455</c:v>
                </c:pt>
                <c:pt idx="261">
                  <c:v>0.77137204084776601</c:v>
                </c:pt>
                <c:pt idx="262">
                  <c:v>0.86839676099061591</c:v>
                </c:pt>
                <c:pt idx="263">
                  <c:v>0.96542357858904737</c:v>
                </c:pt>
                <c:pt idx="264">
                  <c:v>1.0624484886825936</c:v>
                </c:pt>
                <c:pt idx="265">
                  <c:v>1.1594751163303292</c:v>
                </c:pt>
                <c:pt idx="266">
                  <c:v>1.2565019339287611</c:v>
                </c:pt>
                <c:pt idx="267">
                  <c:v>1.3535268440223065</c:v>
                </c:pt>
                <c:pt idx="268">
                  <c:v>1.4505536616207382</c:v>
                </c:pt>
                <c:pt idx="269">
                  <c:v>1.5475785717142843</c:v>
                </c:pt>
                <c:pt idx="270">
                  <c:v>1.643173722917828</c:v>
                </c:pt>
                <c:pt idx="271">
                  <c:v>1.7369474488927714</c:v>
                </c:pt>
                <c:pt idx="272">
                  <c:v>1.8282395949896768</c:v>
                </c:pt>
                <c:pt idx="273">
                  <c:v>1.912923730270097</c:v>
                </c:pt>
                <c:pt idx="274">
                  <c:v>1.9917271279620867</c:v>
                </c:pt>
                <c:pt idx="275">
                  <c:v>2.0637585254028923</c:v>
                </c:pt>
                <c:pt idx="276">
                  <c:v>2.1289416503898217</c:v>
                </c:pt>
                <c:pt idx="277">
                  <c:v>2.1847171192396897</c:v>
                </c:pt>
                <c:pt idx="278">
                  <c:v>2.2343204861280275</c:v>
                </c:pt>
                <c:pt idx="279">
                  <c:v>2.2735261618540266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B113-4F26-9073-85B81116CA10}"/>
            </c:ext>
          </c:extLst>
        </c:ser>
        <c:ser>
          <c:idx val="7"/>
          <c:order val="7"/>
          <c:tx>
            <c:strRef>
              <c:f>Sheet1!$B$1175</c:f>
              <c:strCache>
                <c:ptCount val="1"/>
                <c:pt idx="0">
                  <c:v>Acp_4001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6400FF"/>
              </a:solidFill>
              <a:ln>
                <a:noFill/>
              </a:ln>
            </c:spPr>
          </c:marker>
          <c:xVal>
            <c:numRef>
              <c:f>Sheet1!$A$1176:$A$1315</c:f>
              <c:numCache>
                <c:formatCode>General</c:formatCode>
                <c:ptCount val="140"/>
                <c:pt idx="0">
                  <c:v>-1.3778883986985277</c:v>
                </c:pt>
                <c:pt idx="1">
                  <c:v>-1.3791848715099315</c:v>
                </c:pt>
                <c:pt idx="2">
                  <c:v>-1.3804813443213348</c:v>
                </c:pt>
                <c:pt idx="3">
                  <c:v>-1.3804813443213348</c:v>
                </c:pt>
                <c:pt idx="4">
                  <c:v>-1.3830742899441419</c:v>
                </c:pt>
                <c:pt idx="5">
                  <c:v>-1.386023130064197</c:v>
                </c:pt>
                <c:pt idx="6">
                  <c:v>-1.390268442995656</c:v>
                </c:pt>
                <c:pt idx="7">
                  <c:v>-1.4038305654443581</c:v>
                </c:pt>
                <c:pt idx="8">
                  <c:v>-1.4245741304268156</c:v>
                </c:pt>
                <c:pt idx="9">
                  <c:v>-1.4496901135183202</c:v>
                </c:pt>
                <c:pt idx="10">
                  <c:v>-1.481644355164091</c:v>
                </c:pt>
                <c:pt idx="11">
                  <c:v>-1.5166618315897467</c:v>
                </c:pt>
                <c:pt idx="12">
                  <c:v>-1.5542849641559684</c:v>
                </c:pt>
                <c:pt idx="13">
                  <c:v>-1.5940180426701605</c:v>
                </c:pt>
                <c:pt idx="14">
                  <c:v>-1.6333952266871046</c:v>
                </c:pt>
                <c:pt idx="15">
                  <c:v>-1.6735985943583747</c:v>
                </c:pt>
                <c:pt idx="16">
                  <c:v>-1.7128613837154891</c:v>
                </c:pt>
                <c:pt idx="17">
                  <c:v>-1.751425094595866</c:v>
                </c:pt>
                <c:pt idx="18">
                  <c:v>-1.7892770164817473</c:v>
                </c:pt>
                <c:pt idx="19">
                  <c:v>-1.8266459386927918</c:v>
                </c:pt>
                <c:pt idx="20">
                  <c:v>-0.91462815794140573</c:v>
                </c:pt>
                <c:pt idx="21">
                  <c:v>-0.91462815794140573</c:v>
                </c:pt>
                <c:pt idx="22">
                  <c:v>-0.91462815794140573</c:v>
                </c:pt>
                <c:pt idx="23">
                  <c:v>-0.91462815794140573</c:v>
                </c:pt>
                <c:pt idx="24">
                  <c:v>-0.91786933996991449</c:v>
                </c:pt>
                <c:pt idx="25">
                  <c:v>-0.92311878380432333</c:v>
                </c:pt>
                <c:pt idx="26">
                  <c:v>-0.92618201858420812</c:v>
                </c:pt>
                <c:pt idx="27">
                  <c:v>-0.93359225043762273</c:v>
                </c:pt>
                <c:pt idx="28">
                  <c:v>-0.94581976852164495</c:v>
                </c:pt>
                <c:pt idx="29">
                  <c:v>-0.97239746115541836</c:v>
                </c:pt>
                <c:pt idx="30">
                  <c:v>-1.005419386292933</c:v>
                </c:pt>
                <c:pt idx="31">
                  <c:v>-1.044377123223835</c:v>
                </c:pt>
                <c:pt idx="32">
                  <c:v>-1.0846567540016581</c:v>
                </c:pt>
                <c:pt idx="33">
                  <c:v>-1.1298807761876772</c:v>
                </c:pt>
                <c:pt idx="34">
                  <c:v>-1.1770876391440783</c:v>
                </c:pt>
                <c:pt idx="35">
                  <c:v>-1.2255528433586065</c:v>
                </c:pt>
                <c:pt idx="36">
                  <c:v>-1.2728359694215607</c:v>
                </c:pt>
                <c:pt idx="37">
                  <c:v>-1.3207037793014227</c:v>
                </c:pt>
                <c:pt idx="38">
                  <c:v>-1.3669192218726327</c:v>
                </c:pt>
                <c:pt idx="39">
                  <c:v>-1.4114950076529502</c:v>
                </c:pt>
                <c:pt idx="40">
                  <c:v>-0.37814262437549895</c:v>
                </c:pt>
                <c:pt idx="41">
                  <c:v>-0.37814262437549895</c:v>
                </c:pt>
                <c:pt idx="42">
                  <c:v>-0.37814262437549895</c:v>
                </c:pt>
                <c:pt idx="43">
                  <c:v>-0.37814262437549895</c:v>
                </c:pt>
                <c:pt idx="44">
                  <c:v>-0.37835870317739956</c:v>
                </c:pt>
                <c:pt idx="45">
                  <c:v>-0.38173970090125581</c:v>
                </c:pt>
                <c:pt idx="46">
                  <c:v>-0.38309972630145384</c:v>
                </c:pt>
                <c:pt idx="47">
                  <c:v>-0.3863917504009981</c:v>
                </c:pt>
                <c:pt idx="48">
                  <c:v>-0.39134885232695299</c:v>
                </c:pt>
                <c:pt idx="49">
                  <c:v>-0.39959797835245237</c:v>
                </c:pt>
                <c:pt idx="50">
                  <c:v>-0.41693512457553544</c:v>
                </c:pt>
                <c:pt idx="51">
                  <c:v>-0.44994433919529148</c:v>
                </c:pt>
                <c:pt idx="52">
                  <c:v>-0.49476162481302727</c:v>
                </c:pt>
                <c:pt idx="53">
                  <c:v>-0.5498235877444031</c:v>
                </c:pt>
                <c:pt idx="54">
                  <c:v>-0.60676670730408988</c:v>
                </c:pt>
                <c:pt idx="55">
                  <c:v>-0.66336664288428748</c:v>
                </c:pt>
                <c:pt idx="56">
                  <c:v>-0.71760242216133741</c:v>
                </c:pt>
                <c:pt idx="57">
                  <c:v>-0.77065612328681365</c:v>
                </c:pt>
                <c:pt idx="58">
                  <c:v>-0.82254045677847454</c:v>
                </c:pt>
                <c:pt idx="59">
                  <c:v>-0.87324271211856175</c:v>
                </c:pt>
                <c:pt idx="60">
                  <c:v>0.30690344075594789</c:v>
                </c:pt>
                <c:pt idx="61">
                  <c:v>0.30690344075594789</c:v>
                </c:pt>
                <c:pt idx="62">
                  <c:v>0.30560696794454423</c:v>
                </c:pt>
                <c:pt idx="63">
                  <c:v>0.30598828347731027</c:v>
                </c:pt>
                <c:pt idx="64">
                  <c:v>0.3042215215088292</c:v>
                </c:pt>
                <c:pt idx="65">
                  <c:v>0.30245475954034756</c:v>
                </c:pt>
                <c:pt idx="66">
                  <c:v>0.30068799757186648</c:v>
                </c:pt>
                <c:pt idx="67">
                  <c:v>0.29912460388752676</c:v>
                </c:pt>
                <c:pt idx="68">
                  <c:v>0.29393871264191229</c:v>
                </c:pt>
                <c:pt idx="69">
                  <c:v>0.28355421963292449</c:v>
                </c:pt>
                <c:pt idx="70">
                  <c:v>0.26788215123625181</c:v>
                </c:pt>
                <c:pt idx="71">
                  <c:v>0.24724027039586557</c:v>
                </c:pt>
                <c:pt idx="72">
                  <c:v>0.22129810365003497</c:v>
                </c:pt>
                <c:pt idx="73">
                  <c:v>0.1862806272243791</c:v>
                </c:pt>
                <c:pt idx="74">
                  <c:v>0.14089136830749488</c:v>
                </c:pt>
                <c:pt idx="75">
                  <c:v>8.2969538880375782E-2</c:v>
                </c:pt>
                <c:pt idx="76">
                  <c:v>1.8972081964522509E-2</c:v>
                </c:pt>
                <c:pt idx="77">
                  <c:v>-4.0843614608666527E-2</c:v>
                </c:pt>
                <c:pt idx="78">
                  <c:v>-0.10035425875564265</c:v>
                </c:pt>
                <c:pt idx="79">
                  <c:v>-0.16001742911572522</c:v>
                </c:pt>
                <c:pt idx="80">
                  <c:v>0.68562602789890115</c:v>
                </c:pt>
                <c:pt idx="81">
                  <c:v>0.68562602789890115</c:v>
                </c:pt>
                <c:pt idx="82">
                  <c:v>0.68562602789890115</c:v>
                </c:pt>
                <c:pt idx="83">
                  <c:v>0.68562602789890115</c:v>
                </c:pt>
                <c:pt idx="84">
                  <c:v>0.68562602789890115</c:v>
                </c:pt>
                <c:pt idx="85">
                  <c:v>0.68562602789890115</c:v>
                </c:pt>
                <c:pt idx="86">
                  <c:v>0.6859183698073551</c:v>
                </c:pt>
                <c:pt idx="87">
                  <c:v>0.68562602789890115</c:v>
                </c:pt>
                <c:pt idx="88">
                  <c:v>0.68303308227609394</c:v>
                </c:pt>
                <c:pt idx="89">
                  <c:v>0.67395777259626866</c:v>
                </c:pt>
                <c:pt idx="90">
                  <c:v>0.65444712783642089</c:v>
                </c:pt>
                <c:pt idx="91">
                  <c:v>0.63114874878443272</c:v>
                </c:pt>
                <c:pt idx="92">
                  <c:v>0.59821579727122975</c:v>
                </c:pt>
                <c:pt idx="93">
                  <c:v>0.56241026874452515</c:v>
                </c:pt>
                <c:pt idx="94">
                  <c:v>0.51951227130837718</c:v>
                </c:pt>
                <c:pt idx="95">
                  <c:v>0.47574995866462683</c:v>
                </c:pt>
                <c:pt idx="96">
                  <c:v>0.43097080460016735</c:v>
                </c:pt>
                <c:pt idx="97">
                  <c:v>0.38342075766427708</c:v>
                </c:pt>
                <c:pt idx="98">
                  <c:v>0.3341420803131821</c:v>
                </c:pt>
                <c:pt idx="99">
                  <c:v>0.27836832838731063</c:v>
                </c:pt>
                <c:pt idx="100">
                  <c:v>1.0958325675305469</c:v>
                </c:pt>
                <c:pt idx="101">
                  <c:v>1.0958325675305469</c:v>
                </c:pt>
                <c:pt idx="102">
                  <c:v>1.0958325675305469</c:v>
                </c:pt>
                <c:pt idx="103">
                  <c:v>1.0945360947191434</c:v>
                </c:pt>
                <c:pt idx="104">
                  <c:v>1.0915872545990881</c:v>
                </c:pt>
                <c:pt idx="105">
                  <c:v>1.0862742581758853</c:v>
                </c:pt>
                <c:pt idx="106">
                  <c:v>1.0804782620778457</c:v>
                </c:pt>
                <c:pt idx="107">
                  <c:v>1.0703606899417943</c:v>
                </c:pt>
                <c:pt idx="108">
                  <c:v>1.0565697781734327</c:v>
                </c:pt>
                <c:pt idx="109">
                  <c:v>1.0385208429558532</c:v>
                </c:pt>
                <c:pt idx="110">
                  <c:v>1.0162393053245742</c:v>
                </c:pt>
                <c:pt idx="111">
                  <c:v>0.99076742773582094</c:v>
                </c:pt>
                <c:pt idx="112">
                  <c:v>0.96424057717308298</c:v>
                </c:pt>
                <c:pt idx="113">
                  <c:v>0.93191773051230531</c:v>
                </c:pt>
                <c:pt idx="114">
                  <c:v>0.89845093725323077</c:v>
                </c:pt>
                <c:pt idx="115">
                  <c:v>0.86372580273602884</c:v>
                </c:pt>
                <c:pt idx="116">
                  <c:v>0.82694156434189192</c:v>
                </c:pt>
                <c:pt idx="117">
                  <c:v>0.7894455369532587</c:v>
                </c:pt>
                <c:pt idx="118">
                  <c:v>0.75212745681324955</c:v>
                </c:pt>
                <c:pt idx="119">
                  <c:v>0.71438992958719816</c:v>
                </c:pt>
                <c:pt idx="120">
                  <c:v>1.4078122259217329</c:v>
                </c:pt>
                <c:pt idx="121">
                  <c:v>1.4078122259217329</c:v>
                </c:pt>
                <c:pt idx="122">
                  <c:v>1.4078122259217329</c:v>
                </c:pt>
                <c:pt idx="123">
                  <c:v>1.4078122259217329</c:v>
                </c:pt>
                <c:pt idx="124">
                  <c:v>1.4078122259217329</c:v>
                </c:pt>
                <c:pt idx="125">
                  <c:v>1.4066555688056772</c:v>
                </c:pt>
                <c:pt idx="126">
                  <c:v>1.4049650699437486</c:v>
                </c:pt>
                <c:pt idx="127">
                  <c:v>1.4012154672048855</c:v>
                </c:pt>
                <c:pt idx="128">
                  <c:v>1.3946059979702787</c:v>
                </c:pt>
                <c:pt idx="129">
                  <c:v>1.3870559504215167</c:v>
                </c:pt>
                <c:pt idx="130">
                  <c:v>1.3766841679302879</c:v>
                </c:pt>
                <c:pt idx="131">
                  <c:v>1.3644185182929898</c:v>
                </c:pt>
                <c:pt idx="132">
                  <c:v>1.3502717120273799</c:v>
                </c:pt>
                <c:pt idx="133">
                  <c:v>1.3323498819873891</c:v>
                </c:pt>
                <c:pt idx="134">
                  <c:v>1.3085939242960825</c:v>
                </c:pt>
                <c:pt idx="135">
                  <c:v>1.2818637054492026</c:v>
                </c:pt>
                <c:pt idx="136">
                  <c:v>1.2527693302991751</c:v>
                </c:pt>
                <c:pt idx="137">
                  <c:v>1.2213997724703121</c:v>
                </c:pt>
                <c:pt idx="138">
                  <c:v>1.1883270052617612</c:v>
                </c:pt>
                <c:pt idx="139">
                  <c:v>1.1557880797990832</c:v>
                </c:pt>
              </c:numCache>
            </c:numRef>
          </c:xVal>
          <c:yVal>
            <c:numRef>
              <c:f>Sheet1!$B$1176:$B$1315</c:f>
              <c:numCache>
                <c:formatCode>General</c:formatCode>
                <c:ptCount val="140"/>
                <c:pt idx="0">
                  <c:v>-1.6308897673060934</c:v>
                </c:pt>
                <c:pt idx="1">
                  <c:v>-1.5907319769012576</c:v>
                </c:pt>
                <c:pt idx="2">
                  <c:v>-1.5506308410679821</c:v>
                </c:pt>
                <c:pt idx="3">
                  <c:v>-1.5098446999603903</c:v>
                </c:pt>
                <c:pt idx="4">
                  <c:v>-1.4705985331161107</c:v>
                </c:pt>
                <c:pt idx="5">
                  <c:v>-1.4316922937011911</c:v>
                </c:pt>
                <c:pt idx="6">
                  <c:v>-1.3937440315871947</c:v>
                </c:pt>
                <c:pt idx="7">
                  <c:v>-1.3621256302411275</c:v>
                </c:pt>
                <c:pt idx="8">
                  <c:v>-1.3359563685960116</c:v>
                </c:pt>
                <c:pt idx="9">
                  <c:v>-1.313675670726149</c:v>
                </c:pt>
                <c:pt idx="10">
                  <c:v>-1.2972818978829281</c:v>
                </c:pt>
                <c:pt idx="11">
                  <c:v>-1.2843749563984448</c:v>
                </c:pt>
                <c:pt idx="12">
                  <c:v>-1.274764280895633</c:v>
                </c:pt>
                <c:pt idx="13">
                  <c:v>-1.2682232530882531</c:v>
                </c:pt>
                <c:pt idx="14">
                  <c:v>-1.2629337762707891</c:v>
                </c:pt>
                <c:pt idx="15">
                  <c:v>-1.2598229252505864</c:v>
                </c:pt>
                <c:pt idx="16">
                  <c:v>-1.2575103886478196</c:v>
                </c:pt>
                <c:pt idx="17">
                  <c:v>-1.25615067893038</c:v>
                </c:pt>
                <c:pt idx="18">
                  <c:v>-1.2557180440202858</c:v>
                </c:pt>
                <c:pt idx="19">
                  <c:v>-1.256387598047813</c:v>
                </c:pt>
                <c:pt idx="20">
                  <c:v>-1.3748059534393713</c:v>
                </c:pt>
                <c:pt idx="21">
                  <c:v>-1.3237550340482296</c:v>
                </c:pt>
                <c:pt idx="22">
                  <c:v>-1.2726989642414916</c:v>
                </c:pt>
                <c:pt idx="23">
                  <c:v>-1.2216428944347539</c:v>
                </c:pt>
                <c:pt idx="24">
                  <c:v>-1.1728169545812406</c:v>
                </c:pt>
                <c:pt idx="25">
                  <c:v>-1.1255309889910401</c:v>
                </c:pt>
                <c:pt idx="26">
                  <c:v>-1.0768904640989958</c:v>
                </c:pt>
                <c:pt idx="27">
                  <c:v>-1.0316337622537617</c:v>
                </c:pt>
                <c:pt idx="28">
                  <c:v>-0.99036863249570828</c:v>
                </c:pt>
                <c:pt idx="29">
                  <c:v>-0.96087735279093867</c:v>
                </c:pt>
                <c:pt idx="30">
                  <c:v>-0.93755627097061089</c:v>
                </c:pt>
                <c:pt idx="31">
                  <c:v>-0.92031267955399043</c:v>
                </c:pt>
                <c:pt idx="32">
                  <c:v>-0.90558764136399095</c:v>
                </c:pt>
                <c:pt idx="33">
                  <c:v>-0.89651260908320085</c:v>
                </c:pt>
                <c:pt idx="34">
                  <c:v>-0.89075959486206435</c:v>
                </c:pt>
                <c:pt idx="35">
                  <c:v>-0.8877878050629634</c:v>
                </c:pt>
                <c:pt idx="36">
                  <c:v>-0.88551132136937127</c:v>
                </c:pt>
                <c:pt idx="37">
                  <c:v>-0.88548041887579321</c:v>
                </c:pt>
                <c:pt idx="38">
                  <c:v>-0.88568643549964765</c:v>
                </c:pt>
                <c:pt idx="39">
                  <c:v>-0.88607786708497116</c:v>
                </c:pt>
                <c:pt idx="40">
                  <c:v>-1.0247785590950036</c:v>
                </c:pt>
                <c:pt idx="41">
                  <c:v>-0.96234007082030548</c:v>
                </c:pt>
                <c:pt idx="42">
                  <c:v>-0.8999067329612036</c:v>
                </c:pt>
                <c:pt idx="43">
                  <c:v>-0.83746824468650527</c:v>
                </c:pt>
                <c:pt idx="44">
                  <c:v>-0.77520487054208342</c:v>
                </c:pt>
                <c:pt idx="45">
                  <c:v>-0.71551155378024622</c:v>
                </c:pt>
                <c:pt idx="46">
                  <c:v>-0.65427311233950036</c:v>
                </c:pt>
                <c:pt idx="47">
                  <c:v>-0.59474975929234319</c:v>
                </c:pt>
                <c:pt idx="48">
                  <c:v>-0.53679213258647995</c:v>
                </c:pt>
                <c:pt idx="49">
                  <c:v>-0.4819762593943977</c:v>
                </c:pt>
                <c:pt idx="50">
                  <c:v>-0.4357255273390655</c:v>
                </c:pt>
                <c:pt idx="51">
                  <c:v>-0.40461701713703813</c:v>
                </c:pt>
                <c:pt idx="52">
                  <c:v>-0.3857201423139856</c:v>
                </c:pt>
                <c:pt idx="53">
                  <c:v>-0.37804602307540586</c:v>
                </c:pt>
                <c:pt idx="54">
                  <c:v>-0.3739565930918945</c:v>
                </c:pt>
                <c:pt idx="55">
                  <c:v>-0.37136078363132791</c:v>
                </c:pt>
                <c:pt idx="56">
                  <c:v>-0.36830143676708887</c:v>
                </c:pt>
                <c:pt idx="57">
                  <c:v>-0.36588074143679861</c:v>
                </c:pt>
                <c:pt idx="58">
                  <c:v>-0.36406264473128275</c:v>
                </c:pt>
                <c:pt idx="59">
                  <c:v>-0.3628213945725593</c:v>
                </c:pt>
                <c:pt idx="60">
                  <c:v>-0.49438876098163032</c:v>
                </c:pt>
                <c:pt idx="61">
                  <c:v>-0.41811110599950707</c:v>
                </c:pt>
                <c:pt idx="62">
                  <c:v>-0.34297169286417972</c:v>
                </c:pt>
                <c:pt idx="63">
                  <c:v>-0.26636956169948584</c:v>
                </c:pt>
                <c:pt idx="64">
                  <c:v>-0.19173488929260185</c:v>
                </c:pt>
                <c:pt idx="65">
                  <c:v>-0.11716717228847082</c:v>
                </c:pt>
                <c:pt idx="66">
                  <c:v>-4.2666410687092225E-2</c:v>
                </c:pt>
                <c:pt idx="67">
                  <c:v>3.1957960888598938E-2</c:v>
                </c:pt>
                <c:pt idx="68">
                  <c:v>0.1029100861440834</c:v>
                </c:pt>
                <c:pt idx="69">
                  <c:v>0.16839762045182821</c:v>
                </c:pt>
                <c:pt idx="70">
                  <c:v>0.22801883139531628</c:v>
                </c:pt>
                <c:pt idx="71">
                  <c:v>0.28186642645528276</c:v>
                </c:pt>
                <c:pt idx="72">
                  <c:v>0.32934295742254899</c:v>
                </c:pt>
                <c:pt idx="73">
                  <c:v>0.3661272256117673</c:v>
                </c:pt>
                <c:pt idx="74">
                  <c:v>0.39044233764219283</c:v>
                </c:pt>
                <c:pt idx="75">
                  <c:v>0.39954827241656127</c:v>
                </c:pt>
                <c:pt idx="76">
                  <c:v>0.40017662311931745</c:v>
                </c:pt>
                <c:pt idx="77">
                  <c:v>0.40361710073768703</c:v>
                </c:pt>
                <c:pt idx="78">
                  <c:v>0.40560001074228685</c:v>
                </c:pt>
                <c:pt idx="79">
                  <c:v>0.40558455949549749</c:v>
                </c:pt>
                <c:pt idx="80">
                  <c:v>-0.1610075098447053</c:v>
                </c:pt>
                <c:pt idx="81">
                  <c:v>-7.7400813468958718E-2</c:v>
                </c:pt>
                <c:pt idx="82">
                  <c:v>6.200732491191698E-3</c:v>
                </c:pt>
                <c:pt idx="83">
                  <c:v>8.980742886693828E-2</c:v>
                </c:pt>
                <c:pt idx="84">
                  <c:v>0.17341412524268485</c:v>
                </c:pt>
                <c:pt idx="85">
                  <c:v>0.25701567120283525</c:v>
                </c:pt>
                <c:pt idx="86">
                  <c:v>0.34093139251436377</c:v>
                </c:pt>
                <c:pt idx="87">
                  <c:v>0.42422906395432841</c:v>
                </c:pt>
                <c:pt idx="88">
                  <c:v>0.5050545359080395</c:v>
                </c:pt>
                <c:pt idx="89">
                  <c:v>0.57873638142959638</c:v>
                </c:pt>
                <c:pt idx="90">
                  <c:v>0.64058257191071288</c:v>
                </c:pt>
                <c:pt idx="91">
                  <c:v>0.69750496508170734</c:v>
                </c:pt>
                <c:pt idx="92">
                  <c:v>0.74273076443336339</c:v>
                </c:pt>
                <c:pt idx="93">
                  <c:v>0.78361476343728587</c:v>
                </c:pt>
                <c:pt idx="94">
                  <c:v>0.8151456077182152</c:v>
                </c:pt>
                <c:pt idx="95">
                  <c:v>0.84434846414958864</c:v>
                </c:pt>
                <c:pt idx="96">
                  <c:v>0.87097611278278053</c:v>
                </c:pt>
                <c:pt idx="97">
                  <c:v>0.89292718405447624</c:v>
                </c:pt>
                <c:pt idx="98">
                  <c:v>0.9113193181490854</c:v>
                </c:pt>
                <c:pt idx="99">
                  <c:v>0.92033254544271914</c:v>
                </c:pt>
                <c:pt idx="100">
                  <c:v>0.23235548132745326</c:v>
                </c:pt>
                <c:pt idx="101">
                  <c:v>0.32362599611058707</c:v>
                </c:pt>
                <c:pt idx="102">
                  <c:v>0.41489651089372037</c:v>
                </c:pt>
                <c:pt idx="103">
                  <c:v>0.5048073159594143</c:v>
                </c:pt>
                <c:pt idx="104">
                  <c:v>0.59288457307280329</c:v>
                </c:pt>
                <c:pt idx="105">
                  <c:v>0.6782887644916803</c:v>
                </c:pt>
                <c:pt idx="106">
                  <c:v>0.76296159689587384</c:v>
                </c:pt>
                <c:pt idx="107">
                  <c:v>0.84257672118443983</c:v>
                </c:pt>
                <c:pt idx="108">
                  <c:v>0.91764402850141791</c:v>
                </c:pt>
                <c:pt idx="109">
                  <c:v>0.9873343019357943</c:v>
                </c:pt>
                <c:pt idx="110">
                  <c:v>1.0514621265260993</c:v>
                </c:pt>
                <c:pt idx="111">
                  <c:v>1.1110884878851839</c:v>
                </c:pt>
                <c:pt idx="112">
                  <c:v>1.1686186300965491</c:v>
                </c:pt>
                <c:pt idx="113">
                  <c:v>1.2182737868610762</c:v>
                </c:pt>
                <c:pt idx="114">
                  <c:v>1.2655236995421024</c:v>
                </c:pt>
                <c:pt idx="115">
                  <c:v>1.3101675019313697</c:v>
                </c:pt>
                <c:pt idx="116">
                  <c:v>1.3511493588316235</c:v>
                </c:pt>
                <c:pt idx="117">
                  <c:v>1.3900865007401211</c:v>
                </c:pt>
                <c:pt idx="118">
                  <c:v>1.4280811165944842</c:v>
                </c:pt>
                <c:pt idx="119">
                  <c:v>1.4643657944708557</c:v>
                </c:pt>
                <c:pt idx="120">
                  <c:v>0.55398863448907631</c:v>
                </c:pt>
                <c:pt idx="121">
                  <c:v>0.65090915518141912</c:v>
                </c:pt>
                <c:pt idx="122">
                  <c:v>0.7478245254581658</c:v>
                </c:pt>
                <c:pt idx="123">
                  <c:v>0.84473989573491193</c:v>
                </c:pt>
                <c:pt idx="124">
                  <c:v>0.94165526601165861</c:v>
                </c:pt>
                <c:pt idx="125">
                  <c:v>1.0372418290645433</c:v>
                </c:pt>
                <c:pt idx="126">
                  <c:v>1.132153687674305</c:v>
                </c:pt>
                <c:pt idx="127">
                  <c:v>1.2245727451354271</c:v>
                </c:pt>
                <c:pt idx="128">
                  <c:v>1.3134277150038669</c:v>
                </c:pt>
                <c:pt idx="129">
                  <c:v>1.4009075239080782</c:v>
                </c:pt>
                <c:pt idx="130">
                  <c:v>1.4846326798425411</c:v>
                </c:pt>
                <c:pt idx="131">
                  <c:v>1.5656435667577211</c:v>
                </c:pt>
                <c:pt idx="132">
                  <c:v>1.6438577780040766</c:v>
                </c:pt>
                <c:pt idx="133">
                  <c:v>1.7167670611861792</c:v>
                </c:pt>
                <c:pt idx="134">
                  <c:v>1.7815335373104331</c:v>
                </c:pt>
                <c:pt idx="135">
                  <c:v>1.8416543385667685</c:v>
                </c:pt>
                <c:pt idx="136">
                  <c:v>1.8978093198139043</c:v>
                </c:pt>
                <c:pt idx="137">
                  <c:v>1.9500396843766126</c:v>
                </c:pt>
                <c:pt idx="138">
                  <c:v>1.9989943846200351</c:v>
                </c:pt>
                <c:pt idx="139">
                  <c:v>2.0476555111744652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B113-4F26-9073-85B81116CA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2.5"/>
          <c:min val="-2.5"/>
        </c:scaling>
        <c:delete val="0"/>
        <c:axPos val="b"/>
        <c:title>
          <c:tx>
            <c:rich>
              <a:bodyPr/>
              <a:lstStyle/>
              <a:p>
                <a:r>
                  <a:rPr lang="en-US" sz="1200" b="0" i="0">
                    <a:solidFill>
                      <a:srgbClr val="253746"/>
                    </a:solidFill>
                    <a:latin typeface="Arial"/>
                  </a:rPr>
                  <a:t>W</a:t>
                </a:r>
                <a:r>
                  <a:rPr lang="en-US" sz="1200" b="0" i="0" baseline="-25000">
                    <a:solidFill>
                      <a:srgbClr val="253746"/>
                    </a:solidFill>
                    <a:latin typeface="Arial"/>
                  </a:rPr>
                  <a:t>c,z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B5B7BB"/>
            </a:solidFill>
          </a:ln>
        </c:spPr>
        <c:txPr>
          <a:bodyPr/>
          <a:lstStyle/>
          <a:p>
            <a:pPr>
              <a:defRPr sz="1100">
                <a:solidFill>
                  <a:srgbClr val="77797C"/>
                </a:solidFill>
              </a:defRPr>
            </a:pPr>
            <a:endParaRPr lang="en-US"/>
          </a:p>
        </c:txPr>
        <c:crossAx val="-2129643912"/>
        <c:crosses val="min"/>
        <c:crossBetween val="midCat"/>
        <c:majorUnit val="1"/>
      </c:valAx>
      <c:valAx>
        <c:axId val="-2129643912"/>
        <c:scaling>
          <c:orientation val="minMax"/>
          <c:max val="3.5"/>
          <c:min val="-2.5"/>
        </c:scaling>
        <c:delete val="0"/>
        <c:axPos val="l"/>
        <c:title>
          <c:tx>
            <c:rich>
              <a:bodyPr/>
              <a:lstStyle/>
              <a:p>
                <a:r>
                  <a:rPr lang="en-US" sz="1200" b="0" i="0">
                    <a:solidFill>
                      <a:srgbClr val="253746"/>
                    </a:solidFill>
                    <a:latin typeface="Arial"/>
                  </a:rPr>
                  <a:t>R</a:t>
                </a:r>
                <a:r>
                  <a:rPr lang="en-US" sz="1200" b="0" i="0" baseline="-25000">
                    <a:solidFill>
                      <a:srgbClr val="253746"/>
                    </a:solidFill>
                    <a:latin typeface="Arial"/>
                  </a:rPr>
                  <a:t>c,z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B5B7BB"/>
            </a:solidFill>
          </a:ln>
        </c:spPr>
        <c:txPr>
          <a:bodyPr/>
          <a:lstStyle/>
          <a:p>
            <a:pPr>
              <a:defRPr sz="1100">
                <a:solidFill>
                  <a:srgbClr val="77797C"/>
                </a:solidFill>
              </a:defRPr>
            </a:pPr>
            <a:endParaRPr lang="en-US"/>
          </a:p>
        </c:txPr>
        <c:crossAx val="-2128940872"/>
        <c:crosses val="min"/>
        <c:crossBetween val="midCat"/>
        <c:majorUnit val="1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00">
          <a:solidFill>
            <a:srgbClr val="77797C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 b="1" i="0" dirty="0">
                <a:solidFill>
                  <a:srgbClr val="253746"/>
                </a:solidFill>
                <a:latin typeface="Arial"/>
              </a:rPr>
              <a:t>Descriptor distance to Acp_4001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Distance</c:v>
                </c:pt>
              </c:strCache>
            </c:strRef>
          </c:tx>
          <c:spPr>
            <a:solidFill>
              <a:srgbClr val="B5B7BB"/>
            </a:solidFill>
          </c:spPr>
          <c:invertIfNegative val="1"/>
          <c:dPt>
            <c:idx val="4"/>
            <c:invertIfNegative val="1"/>
            <c:bubble3D val="0"/>
            <c:spPr>
              <a:solidFill>
                <a:srgbClr val="6400FF"/>
              </a:solidFill>
            </c:spPr>
            <c:extLst>
              <c:ext xmlns:c16="http://schemas.microsoft.com/office/drawing/2014/chart" uri="{C3380CC4-5D6E-409C-BE32-E72D297353CC}">
                <c16:uniqueId val="{00000001-12B1-41A9-A3EE-6CBF8F659441}"/>
              </c:ext>
            </c:extLst>
          </c:dPt>
          <c:dPt>
            <c:idx val="5"/>
            <c:invertIfNegative val="1"/>
            <c:bubble3D val="0"/>
            <c:spPr>
              <a:solidFill>
                <a:srgbClr val="6400FF"/>
              </a:solidFill>
            </c:spPr>
            <c:extLst>
              <c:ext xmlns:c16="http://schemas.microsoft.com/office/drawing/2014/chart" uri="{C3380CC4-5D6E-409C-BE32-E72D297353CC}">
                <c16:uniqueId val="{00000003-12B1-41A9-A3EE-6CBF8F659441}"/>
              </c:ext>
            </c:extLst>
          </c:dPt>
          <c:dPt>
            <c:idx val="6"/>
            <c:invertIfNegative val="1"/>
            <c:bubble3D val="0"/>
            <c:spPr>
              <a:solidFill>
                <a:srgbClr val="6400FF"/>
              </a:solidFill>
            </c:spPr>
            <c:extLst>
              <c:ext xmlns:c16="http://schemas.microsoft.com/office/drawing/2014/chart" uri="{C3380CC4-5D6E-409C-BE32-E72D297353CC}">
                <c16:uniqueId val="{00000005-12B1-41A9-A3EE-6CBF8F65944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53746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RadComp10</c:v>
                </c:pt>
                <c:pt idx="1">
                  <c:v>T800_c</c:v>
                </c:pt>
                <c:pt idx="2">
                  <c:v>RadComp9</c:v>
                </c:pt>
                <c:pt idx="3">
                  <c:v>T100rad</c:v>
                </c:pt>
                <c:pt idx="4">
                  <c:v>Pep82r15</c:v>
                </c:pt>
                <c:pt idx="5">
                  <c:v>ASME-94-GT-73</c:v>
                </c:pt>
                <c:pt idx="6">
                  <c:v>Rad1kg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4.18</c:v>
                </c:pt>
                <c:pt idx="1">
                  <c:v>4.1100000000000003</c:v>
                </c:pt>
                <c:pt idx="2">
                  <c:v>3.8</c:v>
                </c:pt>
                <c:pt idx="3">
                  <c:v>3.41</c:v>
                </c:pt>
                <c:pt idx="4">
                  <c:v>3.26</c:v>
                </c:pt>
                <c:pt idx="5">
                  <c:v>2.6</c:v>
                </c:pt>
                <c:pt idx="6">
                  <c:v>1.65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12B1-41A9-A3EE-6CBF8F6594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5B7BB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CECEF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77797C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100">
          <a:solidFill>
            <a:srgbClr val="25374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 i="0">
                <a:solidFill>
                  <a:srgbClr val="253746"/>
                </a:solidFill>
                <a:latin typeface="Arial"/>
              </a:rPr>
              <a:t>R</a:t>
            </a:r>
            <a:r>
              <a:rPr lang="en-US" sz="1300" b="1" i="0" baseline="-25000">
                <a:solidFill>
                  <a:srgbClr val="253746"/>
                </a:solidFill>
                <a:latin typeface="Arial"/>
              </a:rPr>
              <a:t>c</a:t>
            </a:r>
            <a:r>
              <a:rPr lang="en-US" sz="1300" b="1" i="0">
                <a:solidFill>
                  <a:srgbClr val="253746"/>
                </a:solidFill>
                <a:latin typeface="Arial"/>
              </a:rPr>
              <a:t> RMSE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43"/>
          <c:y val="0.1"/>
          <c:w val="0.55000000000000004"/>
          <c:h val="0.7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baseline</c:v>
                </c:pt>
              </c:strCache>
            </c:strRef>
          </c:tx>
          <c:spPr>
            <a:solidFill>
              <a:srgbClr val="B5B7BB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Full surge region</c:v>
                </c:pt>
                <c:pt idx="1">
                  <c:v>Full choke region</c:v>
                </c:pt>
                <c:pt idx="2">
                  <c:v>Surge end of one line</c:v>
                </c:pt>
                <c:pt idx="3">
                  <c:v>Choke end of one line</c:v>
                </c:pt>
                <c:pt idx="4">
                  <c:v>Upper exterior speed line</c:v>
                </c:pt>
                <c:pt idx="5">
                  <c:v>Lower exterior speed line</c:v>
                </c:pt>
                <c:pt idx="6">
                  <c:v>Intermediate speed line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5.1499999999999997E-2</c:v>
                </c:pt>
                <c:pt idx="1">
                  <c:v>9.2999999999999992E-3</c:v>
                </c:pt>
                <c:pt idx="2">
                  <c:v>5.1499999999999997E-2</c:v>
                </c:pt>
                <c:pt idx="3">
                  <c:v>9.2999999999999992E-3</c:v>
                </c:pt>
                <c:pt idx="4">
                  <c:v>0.1123</c:v>
                </c:pt>
                <c:pt idx="5">
                  <c:v>0.29749999999999999</c:v>
                </c:pt>
                <c:pt idx="6">
                  <c:v>0.16889999999999999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8A8-4CC7-A1CE-E394F98DEB6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Selected configuration</c:v>
                </c:pt>
              </c:strCache>
            </c:strRef>
          </c:tx>
          <c:spPr>
            <a:solidFill>
              <a:srgbClr val="6400FF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Full surge region</c:v>
                </c:pt>
                <c:pt idx="1">
                  <c:v>Full choke region</c:v>
                </c:pt>
                <c:pt idx="2">
                  <c:v>Surge end of one line</c:v>
                </c:pt>
                <c:pt idx="3">
                  <c:v>Choke end of one line</c:v>
                </c:pt>
                <c:pt idx="4">
                  <c:v>Upper exterior speed line</c:v>
                </c:pt>
                <c:pt idx="5">
                  <c:v>Lower exterior speed line</c:v>
                </c:pt>
                <c:pt idx="6">
                  <c:v>Intermediate speed line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2.29E-2</c:v>
                </c:pt>
                <c:pt idx="1">
                  <c:v>5.0000000000000001E-3</c:v>
                </c:pt>
                <c:pt idx="2">
                  <c:v>1.9800000000000002E-2</c:v>
                </c:pt>
                <c:pt idx="3">
                  <c:v>3.7000000000000002E-3</c:v>
                </c:pt>
                <c:pt idx="4">
                  <c:v>5.21E-2</c:v>
                </c:pt>
                <c:pt idx="5">
                  <c:v>0.03</c:v>
                </c:pt>
                <c:pt idx="6">
                  <c:v>6.4299999999999996E-2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8A8-4CC7-A1CE-E394F98DEB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5B7BB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CECEF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7797C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solidFill>
            <a:srgbClr val="25374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 i="0">
                <a:solidFill>
                  <a:srgbClr val="253746"/>
                </a:solidFill>
                <a:latin typeface="Arial"/>
              </a:rPr>
              <a:t>W</a:t>
            </a:r>
            <a:r>
              <a:rPr lang="en-US" sz="1300" b="1" i="0" baseline="-25000">
                <a:solidFill>
                  <a:srgbClr val="253746"/>
                </a:solidFill>
                <a:latin typeface="Arial"/>
              </a:rPr>
              <a:t>c</a:t>
            </a:r>
            <a:r>
              <a:rPr lang="en-US" sz="1300" b="1" i="0">
                <a:solidFill>
                  <a:srgbClr val="253746"/>
                </a:solidFill>
                <a:latin typeface="Arial"/>
              </a:rPr>
              <a:t> RMSE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4"/>
          <c:y val="0.1"/>
          <c:w val="0.9"/>
          <c:h val="0.7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Visible-data baseline</c:v>
                </c:pt>
              </c:strCache>
            </c:strRef>
          </c:tx>
          <c:spPr>
            <a:solidFill>
              <a:srgbClr val="B5B7BB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Full surge region</c:v>
                </c:pt>
                <c:pt idx="1">
                  <c:v>Full choke region</c:v>
                </c:pt>
                <c:pt idx="2">
                  <c:v>Surge end of one line</c:v>
                </c:pt>
                <c:pt idx="3">
                  <c:v>Choke end of one line</c:v>
                </c:pt>
                <c:pt idx="4">
                  <c:v>Upper exterior speed line</c:v>
                </c:pt>
                <c:pt idx="5">
                  <c:v>Lower exterior speed line</c:v>
                </c:pt>
                <c:pt idx="6">
                  <c:v>Intermediate speed line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1.21E-2</c:v>
                </c:pt>
                <c:pt idx="1">
                  <c:v>3.7000000000000002E-3</c:v>
                </c:pt>
                <c:pt idx="2">
                  <c:v>1.21E-2</c:v>
                </c:pt>
                <c:pt idx="3">
                  <c:v>3.7000000000000002E-3</c:v>
                </c:pt>
                <c:pt idx="4">
                  <c:v>4.2900000000000001E-2</c:v>
                </c:pt>
                <c:pt idx="5">
                  <c:v>6.4000000000000001E-2</c:v>
                </c:pt>
                <c:pt idx="6">
                  <c:v>3.44E-2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365-4B98-A3FA-438B70EDB6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Selected configuration</c:v>
                </c:pt>
              </c:strCache>
            </c:strRef>
          </c:tx>
          <c:spPr>
            <a:solidFill>
              <a:srgbClr val="6400FF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Full surge region</c:v>
                </c:pt>
                <c:pt idx="1">
                  <c:v>Full choke region</c:v>
                </c:pt>
                <c:pt idx="2">
                  <c:v>Surge end of one line</c:v>
                </c:pt>
                <c:pt idx="3">
                  <c:v>Choke end of one line</c:v>
                </c:pt>
                <c:pt idx="4">
                  <c:v>Upper exterior speed line</c:v>
                </c:pt>
                <c:pt idx="5">
                  <c:v>Lower exterior speed line</c:v>
                </c:pt>
                <c:pt idx="6">
                  <c:v>Intermediate speed line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8.5000000000000006E-3</c:v>
                </c:pt>
                <c:pt idx="1">
                  <c:v>1.6999999999999999E-3</c:v>
                </c:pt>
                <c:pt idx="2">
                  <c:v>7.1999999999999998E-3</c:v>
                </c:pt>
                <c:pt idx="3">
                  <c:v>1.5E-3</c:v>
                </c:pt>
                <c:pt idx="4">
                  <c:v>8.6E-3</c:v>
                </c:pt>
                <c:pt idx="5">
                  <c:v>1.2E-2</c:v>
                </c:pt>
                <c:pt idx="6">
                  <c:v>1.7600000000000001E-2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365-4B98-A3FA-438B70EDB6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one"/>
        <c:spPr>
          <a:ln>
            <a:solidFill>
              <a:srgbClr val="B5B7BB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CECEF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7797C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solidFill>
            <a:srgbClr val="25374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l-GR" sz="1300" b="1" i="0">
                <a:solidFill>
                  <a:srgbClr val="253746"/>
                </a:solidFill>
                <a:latin typeface="Arial"/>
              </a:rPr>
              <a:t>η</a:t>
            </a:r>
            <a:r>
              <a:rPr lang="en-US" sz="1300" b="1" i="0" baseline="-25000">
                <a:solidFill>
                  <a:srgbClr val="253746"/>
                </a:solidFill>
                <a:latin typeface="Arial"/>
              </a:rPr>
              <a:t>c</a:t>
            </a:r>
            <a:r>
              <a:rPr lang="en-US" sz="1300" b="1" i="0">
                <a:solidFill>
                  <a:srgbClr val="253746"/>
                </a:solidFill>
                <a:latin typeface="Arial"/>
              </a:rPr>
              <a:t> RMSE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6"/>
          <c:y val="0.1"/>
          <c:w val="0.6"/>
          <c:h val="0.7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baseline</c:v>
                </c:pt>
              </c:strCache>
            </c:strRef>
          </c:tx>
          <c:spPr>
            <a:solidFill>
              <a:srgbClr val="B5B7BB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Full surge region</c:v>
                </c:pt>
                <c:pt idx="1">
                  <c:v>Full choke region</c:v>
                </c:pt>
                <c:pt idx="2">
                  <c:v>Surge end of one line</c:v>
                </c:pt>
                <c:pt idx="3">
                  <c:v>Choke end of one line</c:v>
                </c:pt>
                <c:pt idx="4">
                  <c:v>Upper exterior speed line</c:v>
                </c:pt>
                <c:pt idx="5">
                  <c:v>Lower exterior speed line</c:v>
                </c:pt>
                <c:pt idx="6">
                  <c:v>Intermediate speed line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8.0000000000000002E-3</c:v>
                </c:pt>
                <c:pt idx="1">
                  <c:v>1.06E-2</c:v>
                </c:pt>
                <c:pt idx="2">
                  <c:v>8.0000000000000002E-3</c:v>
                </c:pt>
                <c:pt idx="3">
                  <c:v>1.06E-2</c:v>
                </c:pt>
                <c:pt idx="4">
                  <c:v>1.47E-2</c:v>
                </c:pt>
                <c:pt idx="5">
                  <c:v>1.8499999999999999E-2</c:v>
                </c:pt>
                <c:pt idx="6">
                  <c:v>8.6999999999999994E-3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A64-45C3-8F22-2C4E11C5DA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RBF surface</c:v>
                </c:pt>
              </c:strCache>
            </c:strRef>
          </c:tx>
          <c:spPr>
            <a:solidFill>
              <a:srgbClr val="86D0CB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Full surge region</c:v>
                </c:pt>
                <c:pt idx="1">
                  <c:v>Full choke region</c:v>
                </c:pt>
                <c:pt idx="2">
                  <c:v>Surge end of one line</c:v>
                </c:pt>
                <c:pt idx="3">
                  <c:v>Choke end of one line</c:v>
                </c:pt>
                <c:pt idx="4">
                  <c:v>Upper exterior speed line</c:v>
                </c:pt>
                <c:pt idx="5">
                  <c:v>Lower exterior speed line</c:v>
                </c:pt>
                <c:pt idx="6">
                  <c:v>Intermediate speed line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1.41E-2</c:v>
                </c:pt>
                <c:pt idx="1">
                  <c:v>2.06E-2</c:v>
                </c:pt>
                <c:pt idx="2">
                  <c:v>2.5000000000000001E-3</c:v>
                </c:pt>
                <c:pt idx="3">
                  <c:v>1.11E-2</c:v>
                </c:pt>
                <c:pt idx="4">
                  <c:v>1.34E-2</c:v>
                </c:pt>
                <c:pt idx="5">
                  <c:v>2.4899999999999999E-2</c:v>
                </c:pt>
                <c:pt idx="6">
                  <c:v>4.5999999999999999E-3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A64-45C3-8F22-2C4E11C5DA2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Case-wise prediction</c:v>
                </c:pt>
              </c:strCache>
            </c:strRef>
          </c:tx>
          <c:spPr>
            <a:solidFill>
              <a:srgbClr val="6400FF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Full surge region</c:v>
                </c:pt>
                <c:pt idx="1">
                  <c:v>Full choke region</c:v>
                </c:pt>
                <c:pt idx="2">
                  <c:v>Surge end of one line</c:v>
                </c:pt>
                <c:pt idx="3">
                  <c:v>Choke end of one line</c:v>
                </c:pt>
                <c:pt idx="4">
                  <c:v>Upper exterior speed line</c:v>
                </c:pt>
                <c:pt idx="5">
                  <c:v>Lower exterior speed line</c:v>
                </c:pt>
                <c:pt idx="6">
                  <c:v>Intermediate speed line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4.0000000000000001E-3</c:v>
                </c:pt>
                <c:pt idx="1">
                  <c:v>2E-3</c:v>
                </c:pt>
                <c:pt idx="2">
                  <c:v>4.7000000000000002E-3</c:v>
                </c:pt>
                <c:pt idx="3">
                  <c:v>2.3E-3</c:v>
                </c:pt>
                <c:pt idx="4">
                  <c:v>4.1999999999999997E-3</c:v>
                </c:pt>
                <c:pt idx="5">
                  <c:v>1.0500000000000001E-2</c:v>
                </c:pt>
                <c:pt idx="6">
                  <c:v>4.8999999999999998E-3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A64-45C3-8F22-2C4E11C5DA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5B7BB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CECEF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7797C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000">
          <a:solidFill>
            <a:srgbClr val="25374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E081E9-8547-7FA3-0A21-F9DC2C8D74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69E0F-3E31-6378-1E71-2FAAE48D9C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2D463-285E-45EF-BF27-EA9CF3C197CB}" type="datetimeFigureOut">
              <a:rPr lang="en-US" smtClean="0">
                <a:latin typeface="Arial" panose="020B0604020202020204" pitchFamily="34" charset="0"/>
              </a:rPr>
              <a:t>9/21/2026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6ADCF-561F-9930-D80B-1896541B6A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C7676-DC27-50EB-4BE4-B1D2A80858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81811-245E-4265-AEF6-06379CFEBB5A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335700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3562" userDrawn="1">
          <p15:clr>
            <a:srgbClr val="F26B43"/>
          </p15:clr>
        </p15:guide>
        <p15:guide id="2" pos="633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39150-CA87-5B43-9344-6F6343374F94}" type="datetimeFigureOut">
              <a:rPr lang="en-AE" smtClean="0">
                <a:latin typeface="Arial" panose="020B0604020202020204" pitchFamily="34" charset="0"/>
              </a:rPr>
              <a:t>21/09/2026</a:t>
            </a:fld>
            <a:endParaRPr lang="en-AE">
              <a:latin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>
              <a:latin typeface="Arial" panose="020B0604020202020204" pitchFamily="34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AA25B-A303-0241-9E08-01213653BA01}" type="slidenum">
              <a:rPr lang="en-AE" smtClean="0">
                <a:latin typeface="Arial" panose="020B0604020202020204" pitchFamily="34" charset="0"/>
              </a:rPr>
              <a:t>‹#›</a:t>
            </a:fld>
            <a:endParaRPr lang="en-AE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42591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15869" rtl="0" eaLnBrk="1" latinLnBrk="0" hangingPunct="1">
      <a:defRPr sz="546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207935" algn="l" defTabSz="415869" rtl="0" eaLnBrk="1" latinLnBrk="0" hangingPunct="1">
      <a:defRPr sz="546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415869" algn="l" defTabSz="415869" rtl="0" eaLnBrk="1" latinLnBrk="0" hangingPunct="1">
      <a:defRPr sz="546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23804" algn="l" defTabSz="415869" rtl="0" eaLnBrk="1" latinLnBrk="0" hangingPunct="1">
      <a:defRPr sz="546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831738" algn="l" defTabSz="415869" rtl="0" eaLnBrk="1" latinLnBrk="0" hangingPunct="1">
      <a:defRPr sz="546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039673" algn="l" defTabSz="415869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6pPr>
    <a:lvl7pPr marL="1247607" algn="l" defTabSz="415869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7pPr>
    <a:lvl8pPr marL="1455542" algn="l" defTabSz="415869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8pPr>
    <a:lvl9pPr marL="1663476" algn="l" defTabSz="415869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562" userDrawn="1">
          <p15:clr>
            <a:srgbClr val="F26B43"/>
          </p15:clr>
        </p15:guide>
        <p15:guide id="2" pos="633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Welcome, name + TII</a:t>
            </a:r>
          </a:p>
          <a:p>
            <a:r>
              <a:t>• co-authors: Amanda Pieyre, Ahmed Jhinaoui</a:t>
            </a:r>
          </a:p>
          <a:p>
            <a:r>
              <a:t>• topic: reconstructing missing compressor map regions with 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TII = research pillar of ATRC (ASPIRE / TII / VentureOne)</a:t>
            </a:r>
          </a:p>
          <a:p>
            <a:r>
              <a:t>• 9 research centres; we are Propulsion &amp; Space</a:t>
            </a:r>
          </a:p>
          <a:p>
            <a:r>
              <a:t>• introduce co-authors + roles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what a map is: Wc vs Rc, one line per speed, efficiency contours</a:t>
            </a:r>
          </a:p>
          <a:p>
            <a:r>
              <a:t>• choke side = vertical end, surge side = stability limit</a:t>
            </a:r>
          </a:p>
          <a:p>
            <a:r>
              <a:t>• needed for: off-design, transients, control</a:t>
            </a:r>
          </a:p>
          <a:p>
            <a:r>
              <a:t>• but: proprietary, costly to test, sparse near surge/choke</a:t>
            </a:r>
          </a:p>
          <a:p>
            <a:r>
              <a:t>• → we work with incomplete maps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previous ML work: one map, one fixed model, gaps between known points</a:t>
            </a:r>
          </a:p>
          <a:p>
            <a:r>
              <a:rPr dirty="0"/>
              <a:t>• usually </a:t>
            </a:r>
            <a:r>
              <a:rPr dirty="0" err="1"/>
              <a:t>Rc</a:t>
            </a:r>
            <a:r>
              <a:rPr dirty="0"/>
              <a:t> only → </a:t>
            </a:r>
            <a:r>
              <a:rPr dirty="0" err="1"/>
              <a:t>Wc</a:t>
            </a:r>
            <a:r>
              <a:rPr dirty="0"/>
              <a:t> assumed known = leakage</a:t>
            </a:r>
          </a:p>
          <a:p>
            <a:r>
              <a:rPr dirty="0"/>
              <a:t>• our approach: support maps + incomplete target</a:t>
            </a:r>
          </a:p>
          <a:p>
            <a:r>
              <a:rPr dirty="0"/>
              <a:t>• pick one option per policy, per missing-data case</a:t>
            </a:r>
          </a:p>
          <a:p>
            <a:r>
              <a:rPr dirty="0"/>
              <a:t>• output: complete missing region, </a:t>
            </a:r>
            <a:r>
              <a:rPr dirty="0" err="1"/>
              <a:t>Wc</a:t>
            </a:r>
            <a:r>
              <a:rPr dirty="0"/>
              <a:t> AND </a:t>
            </a:r>
            <a:r>
              <a:rPr dirty="0" err="1"/>
              <a:t>Rc</a:t>
            </a:r>
            <a:r>
              <a:rPr dirty="0"/>
              <a:t>, plus efficiency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7 controlled cases on Acp_4001; purple = hidden</a:t>
            </a:r>
          </a:p>
          <a:p>
            <a:r>
              <a:t>• family 1: whole speed line (intermediate / lower / upper)</a:t>
            </a:r>
          </a:p>
          <a:p>
            <a:r>
              <a:t>• family 2: choke or surge end of ONE line</a:t>
            </a:r>
          </a:p>
          <a:p>
            <a:r>
              <a:t>• family 3: whole boundary, all lines</a:t>
            </a:r>
          </a:p>
          <a:p>
            <a:r>
              <a:t>• hidden points never used anywhere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for each case + target quantity, pick one option per policy</a:t>
            </a:r>
          </a:p>
          <a:p>
            <a:r>
              <a:t>• support maps: none → all</a:t>
            </a:r>
          </a:p>
          <a:p>
            <a:r>
              <a:t>• β definition: 5 options</a:t>
            </a:r>
          </a:p>
          <a:p>
            <a:r>
              <a:t>• feature set: shape / direction / full</a:t>
            </a:r>
          </a:p>
          <a:p>
            <a:r>
              <a:t>• model + hyperparameters</a:t>
            </a:r>
          </a:p>
          <a:p>
            <a:r>
              <a:t>• → not one universal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roadmap for the rest of the talk</a:t>
            </a:r>
          </a:p>
          <a:p>
            <a:r>
              <a:t>• 1 baseline → 2-5 policy selection (customisable)</a:t>
            </a:r>
          </a:p>
          <a:p>
            <a:r>
              <a:t>• 6 geometry = speed-line shape (Wc, Rc)</a:t>
            </a:r>
          </a:p>
          <a:p>
            <a:r>
              <a:t>• 7 efficiency = surface / contours</a:t>
            </a:r>
          </a:p>
          <a:p>
            <a:r>
              <a:t>• 8 evaluation + configuration choice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example: 90% line hidden between visible 80% and 95%</a:t>
            </a:r>
          </a:p>
          <a:p>
            <a:r>
              <a:t>• baseline = linear interpolation in speed, point by point</a:t>
            </a:r>
          </a:p>
          <a:p>
            <a:r>
              <a:t>• outer lines → extrapolation; surge/choke → extend local direction</a:t>
            </a:r>
          </a:p>
          <a:p>
            <a:r>
              <a:t>• grey = hidden truth</a:t>
            </a:r>
          </a:p>
          <a:p>
            <a:r>
              <a:t>• model learns only the residual (standardised)</a:t>
            </a:r>
          </a:p>
          <a:p>
            <a:r>
              <a:t>• prediction = baseline + residual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maps from </a:t>
            </a:r>
            <a:r>
              <a:rPr dirty="0" err="1"/>
              <a:t>GasTurb</a:t>
            </a:r>
            <a:r>
              <a:rPr dirty="0"/>
              <a:t> collection, open-literature sources</a:t>
            </a:r>
          </a:p>
          <a:p>
            <a:r>
              <a:rPr dirty="0"/>
              <a:t>• 8 radial maps: 1 target + 7 support</a:t>
            </a:r>
          </a:p>
          <a:p>
            <a:r>
              <a:rPr dirty="0"/>
              <a:t>• 20 points per line, 1300 points</a:t>
            </a:r>
          </a:p>
          <a:p>
            <a:r>
              <a:rPr dirty="0"/>
              <a:t>• Acp_4001 = target, used throughout</a:t>
            </a:r>
          </a:p>
          <a:p>
            <a:r>
              <a:rPr dirty="0"/>
              <a:t>• very different sizes → </a:t>
            </a:r>
            <a:r>
              <a:rPr dirty="0" err="1"/>
              <a:t>normalise</a:t>
            </a:r>
            <a:r>
              <a:rPr dirty="0"/>
              <a:t> each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raw maps: ranges differ by an order of magnitude</a:t>
            </a:r>
          </a:p>
          <a:p>
            <a:r>
              <a:t>• z-score each map on its visible points</a:t>
            </a:r>
          </a:p>
          <a:p>
            <a:r>
              <a:t>• after scaling the shapes overlap</a:t>
            </a:r>
          </a:p>
          <a:p>
            <a:r>
              <a:t>• model learns scale-free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descriptor per map: lines, speed range/spread, spans, slope, curvature</a:t>
            </a:r>
          </a:p>
          <a:p>
            <a:r>
              <a:t>• standardise descriptors, rank by distance to target</a:t>
            </a:r>
          </a:p>
          <a:p>
            <a:r>
              <a:t>• 3 nearest here: Rad1kg, ASME-94-GT-73, Pep82r15</a:t>
            </a:r>
          </a:p>
          <a:p>
            <a:r>
              <a:t>• full-region cases: descriptor from visible part only</a:t>
            </a:r>
          </a:p>
          <a:p>
            <a:r>
              <a:t>• policies tested: target only → all maps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we see shapes, the model sees numbers</a:t>
            </a:r>
          </a:p>
          <a:p>
            <a:r>
              <a:t>• near surge/choke Rc(Wc) is multi-valued → need position along the line</a:t>
            </a:r>
          </a:p>
          <a:p>
            <a:r>
              <a:t>• β = 0 at choke end, 1 at surge end</a:t>
            </a:r>
          </a:p>
          <a:p>
            <a:r>
              <a:t>• computed from the visible baseline → available when points are missing</a:t>
            </a:r>
          </a:p>
          <a:p>
            <a:r>
              <a:t>• 5 definitions, selected per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all sets: target speed + β terms + baseline point</a:t>
            </a:r>
          </a:p>
          <a:p>
            <a:r>
              <a:t>• shape set adds local derivatives, slope, curvature (11)</a:t>
            </a:r>
          </a:p>
          <a:p>
            <a:r>
              <a:t>• direction set adds boundary point + extension direction (10)</a:t>
            </a:r>
          </a:p>
          <a:p>
            <a:r>
              <a:t>• full = + 4 map descriptors (15 / 14)</a:t>
            </a:r>
          </a:p>
          <a:p>
            <a:r>
              <a:t>• feature set is part of the per-case selection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linear references vs tree ensembles vs kernel</a:t>
            </a:r>
          </a:p>
          <a:p>
            <a:r>
              <a:t>• same model predicts both Wc and Rc residuals</a:t>
            </a:r>
          </a:p>
          <a:p>
            <a:r>
              <a:t>• hyperparameters tuned per case</a:t>
            </a:r>
          </a:p>
          <a:p>
            <a:r>
              <a:t>• training examples: hide known regions of training maps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efficiency is a smooth surface → simpler method can work</a:t>
            </a:r>
          </a:p>
          <a:p>
            <a:r>
              <a:t>• A: RBF surface on visible efficiency only (no baseline, no support maps)</a:t>
            </a:r>
          </a:p>
          <a:p>
            <a:r>
              <a:t>• A is good interpolating, poor when a boundary is missing</a:t>
            </a:r>
          </a:p>
          <a:p>
            <a:r>
              <a:t>• B: case-wise = same baseline + policy selection as geometry</a:t>
            </a:r>
          </a:p>
          <a:p>
            <a:r>
              <a:t>• efficiency paired with predicted geometry afterwards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geometry: RMSE per withheld line/segment, Rc and Wc separately, averaged</a:t>
            </a:r>
          </a:p>
          <a:p>
            <a:r>
              <a:t>• ranking score = mean of the two (ranking only)</a:t>
            </a:r>
          </a:p>
          <a:p>
            <a:r>
              <a:t>• efficiency: single output → mean ηc RMSE is the score</a:t>
            </a:r>
          </a:p>
          <a:p>
            <a:r>
              <a:t>• no hidden Wc used as input</a:t>
            </a:r>
          </a:p>
          <a:p>
            <a:r>
              <a:t>• caveat: configurations ranked with the answer key → best case (see limitations)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results section: all on Acp_4001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selected predictions, all seven cases</a:t>
            </a:r>
          </a:p>
          <a:p>
            <a:r>
              <a:t>• black = hidden truth, dashed = baseline, red = prediction</a:t>
            </a:r>
          </a:p>
          <a:p>
            <a:r>
              <a:t>• line cases overlay separate masking runs; full-region = one removal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one representative example per case (median score = typical, not best)</a:t>
            </a:r>
          </a:p>
          <a:p>
            <a:r>
              <a:t>• biggest correction: lower exterior line</a:t>
            </a:r>
          </a:p>
          <a:p>
            <a:r>
              <a:t>• endpoint cases: small errors, visible part anchors the baseline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baseline vs selected configuration, per case</a:t>
            </a:r>
          </a:p>
          <a:p>
            <a:r>
              <a:t>• Rc error down 46-90%, Wc down 30-81%</a:t>
            </a:r>
          </a:p>
          <a:p>
            <a:r>
              <a:t>• largest gain lower exterior (0.30 → 0.03)</a:t>
            </a:r>
          </a:p>
          <a:p>
            <a:r>
              <a:t>• smallest Wc gain: full surge region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selected configuration differs per case</a:t>
            </a:r>
          </a:p>
          <a:p>
            <a:r>
              <a:t>• intermediate uses all maps; exterior cases 3 nearest</a:t>
            </a:r>
          </a:p>
          <a:p>
            <a:r>
              <a:t>• surge end of one line: target map only + linear regression</a:t>
            </a:r>
          </a:p>
          <a:p>
            <a:r>
              <a:t>• ExtraTrees 5 cases, linear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reconstructed efficiency contours, visible data + prediction</a:t>
            </a:r>
          </a:p>
          <a:p>
            <a:r>
              <a:t>• red = predicted geometry, grey dashed = hidden</a:t>
            </a:r>
          </a:p>
          <a:p>
            <a:r>
              <a:t>• contours stay smooth across all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same zoomed view for efficiency: ηc vs Wc</a:t>
            </a:r>
          </a:p>
          <a:p>
            <a:r>
              <a:t>• black = truth, red = prediction at its predicted Wc</a:t>
            </a:r>
          </a:p>
          <a:p>
            <a:r>
              <a:t>• captures the drop towards choke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RBF best where the gap sits between visible data (intermediate, surge end)</a:t>
            </a:r>
          </a:p>
          <a:p>
            <a:r>
              <a:t>• case-wise best when extrapolating (exterior lines, whole boundaries)</a:t>
            </a:r>
          </a:p>
          <a:p>
            <a:r>
              <a:t>• full choke: 0.021 → 0.002</a:t>
            </a:r>
          </a:p>
          <a:p>
            <a:r>
              <a:t>• selected method below baseline in every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framework recap: inputs → baseline → policy selection → geometry → efficiency</a:t>
            </a:r>
          </a:p>
          <a:p>
            <a:r>
              <a:rPr dirty="0"/>
              <a:t>• no leakage</a:t>
            </a:r>
          </a:p>
          <a:p>
            <a:r>
              <a:rPr dirty="0"/>
              <a:t>• residual correction works in every case</a:t>
            </a:r>
          </a:p>
          <a:p>
            <a:r>
              <a:rPr dirty="0"/>
              <a:t>• no universal configuration</a:t>
            </a:r>
          </a:p>
          <a:p>
            <a:r>
              <a:rPr dirty="0"/>
              <a:t>• efficiency: simple when interpolating, case-wise when extrapolating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radial maps only</a:t>
            </a:r>
          </a:p>
          <a:p>
            <a:r>
              <a:t>• automatic selection = recommendation, not guarantee</a:t>
            </a:r>
          </a:p>
          <a:p>
            <a:r>
              <a:t>• no explicit physics constraints near surge/choke</a:t>
            </a:r>
          </a:p>
          <a:p>
            <a:r>
              <a:t>• next: more maps incl. axial, physics constraints, geometry-efficiency coherence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thank you + questions</a:t>
            </a:r>
          </a:p>
          <a:p>
            <a:r>
              <a:t>• QR = LinkedIn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backup: per-case geometry errors and reductions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backup: per-case efficiency errors, selected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backup: model comparison per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backup: picking the configuration with vs without the target truth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">
            <a:extLst>
              <a:ext uri="{FF2B5EF4-FFF2-40B4-BE49-F238E27FC236}">
                <a16:creationId xmlns:a16="http://schemas.microsoft.com/office/drawing/2014/main" id="{0D9DF3DC-76E5-C953-83E5-F11224E78D39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9E3C5F93-2BDE-F983-BB05-0ED003B4AC60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8" name="object 37">
            <a:extLst>
              <a:ext uri="{FF2B5EF4-FFF2-40B4-BE49-F238E27FC236}">
                <a16:creationId xmlns:a16="http://schemas.microsoft.com/office/drawing/2014/main" id="{0BF67363-63A3-8EAE-1453-D560A8F366C0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tx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0D886409-A7D7-EF5F-28A1-175C219B8CD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30118E-411A-053B-83FF-A4E368B394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075" y="345231"/>
            <a:ext cx="1605195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16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6" userDrawn="1">
          <p15:clr>
            <a:srgbClr val="FBAE40"/>
          </p15:clr>
        </p15:guide>
        <p15:guide id="2" orient="horz" pos="20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7">
            <a:extLst>
              <a:ext uri="{FF2B5EF4-FFF2-40B4-BE49-F238E27FC236}">
                <a16:creationId xmlns:a16="http://schemas.microsoft.com/office/drawing/2014/main" id="{8A90636D-9390-CF14-F661-C8C8C32CF52A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bg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55F08670-2096-C6DC-69BE-E816331B9CF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52E193-CAF7-57BA-D00E-228F228CB9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075" y="346725"/>
            <a:ext cx="1605196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59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6A867A2D-7F8D-58E5-F009-776669B1D530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6566C4E3-A54A-EB82-C3B5-9186FF11B9C4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7" name="object 37">
            <a:extLst>
              <a:ext uri="{FF2B5EF4-FFF2-40B4-BE49-F238E27FC236}">
                <a16:creationId xmlns:a16="http://schemas.microsoft.com/office/drawing/2014/main" id="{70FD25C4-E61F-618E-D832-13F06E80AB36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tx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D742ED40-7F66-4241-43C7-1EB0D4EA149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221F14-F930-BE9C-3B76-2AAA3590B4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075" y="345231"/>
            <a:ext cx="1605195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789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01">
          <p15:clr>
            <a:srgbClr val="FBAE40"/>
          </p15:clr>
        </p15:guide>
        <p15:guide id="2" orient="horz" pos="20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">
            <a:extLst>
              <a:ext uri="{FF2B5EF4-FFF2-40B4-BE49-F238E27FC236}">
                <a16:creationId xmlns:a16="http://schemas.microsoft.com/office/drawing/2014/main" id="{4DE00D3F-F395-043D-2999-A794F681833C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A53EF100-D689-5CA4-5D5C-EC9A0CDA65D1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7" name="object 37">
            <a:extLst>
              <a:ext uri="{FF2B5EF4-FFF2-40B4-BE49-F238E27FC236}">
                <a16:creationId xmlns:a16="http://schemas.microsoft.com/office/drawing/2014/main" id="{9BDF3B9F-C316-E1CD-A9FE-4A156D54A77F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tx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8D2C00F9-3AFA-A1E6-6D84-673CACE808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D2B5EF-C7C5-8464-FC4F-91FC887A7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075" y="345231"/>
            <a:ext cx="1605195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89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01">
          <p15:clr>
            <a:srgbClr val="FBAE40"/>
          </p15:clr>
        </p15:guide>
        <p15:guide id="2" orient="horz" pos="20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200475-1E5B-15C8-3C81-0194909D3621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D5BF4CD4-8E47-5572-A96B-93EF89AB7264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chemeClr val="bg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7DFC97CB-BC4B-54EC-082E-93C2375CB8EB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chemeClr val="bg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9" name="object 37">
            <a:extLst>
              <a:ext uri="{FF2B5EF4-FFF2-40B4-BE49-F238E27FC236}">
                <a16:creationId xmlns:a16="http://schemas.microsoft.com/office/drawing/2014/main" id="{522CF3EC-B14B-45F9-1E2A-BA9685A56935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bg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55BEC6C2-834B-85AC-3E32-AC14961DFE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7B2F3E-98A4-7D56-BC8F-5C6CB216E9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075" y="346725"/>
            <a:ext cx="1605196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64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0D74CB-0BDD-A503-A67F-5952E6A45A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5" r="467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28E159-881B-EE8C-2227-F11219AE18D7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4DE00D3F-F395-043D-2999-A794F681833C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A53EF100-D689-5CA4-5D5C-EC9A0CDA65D1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7" name="object 37">
            <a:extLst>
              <a:ext uri="{FF2B5EF4-FFF2-40B4-BE49-F238E27FC236}">
                <a16:creationId xmlns:a16="http://schemas.microsoft.com/office/drawing/2014/main" id="{9BDF3B9F-C316-E1CD-A9FE-4A156D54A77F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tx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8D2C00F9-3AFA-A1E6-6D84-673CACE808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D2B5EF-C7C5-8464-FC4F-91FC887A78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075" y="345231"/>
            <a:ext cx="1605195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58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01">
          <p15:clr>
            <a:srgbClr val="FBAE40"/>
          </p15:clr>
        </p15:guide>
        <p15:guide id="2" orient="horz" pos="209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in lab coats&#10;&#10;Description automatically generated">
            <a:extLst>
              <a:ext uri="{FF2B5EF4-FFF2-40B4-BE49-F238E27FC236}">
                <a16:creationId xmlns:a16="http://schemas.microsoft.com/office/drawing/2014/main" id="{DFF76AB3-22A4-93D9-F30A-BE48D125BE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40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40C2F36-B666-FD28-45EA-7F36660B104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500FF">
              <a:alpha val="3871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D5BF4CD4-8E47-5572-A96B-93EF89AB7264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chemeClr val="bg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7DFC97CB-BC4B-54EC-082E-93C2375CB8EB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chemeClr val="bg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9" name="object 37">
            <a:extLst>
              <a:ext uri="{FF2B5EF4-FFF2-40B4-BE49-F238E27FC236}">
                <a16:creationId xmlns:a16="http://schemas.microsoft.com/office/drawing/2014/main" id="{522CF3EC-B14B-45F9-1E2A-BA9685A56935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bg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55BEC6C2-834B-85AC-3E32-AC14961DFE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7B2F3E-98A4-7D56-BC8F-5C6CB216E9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075" y="346725"/>
            <a:ext cx="1605196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1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lab coats looking at a computer screen&#10;&#10;Description automatically generated">
            <a:extLst>
              <a:ext uri="{FF2B5EF4-FFF2-40B4-BE49-F238E27FC236}">
                <a16:creationId xmlns:a16="http://schemas.microsoft.com/office/drawing/2014/main" id="{E02A0FDA-721F-131F-9675-7D78A13BFB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" y="0"/>
            <a:ext cx="9142346" cy="5144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49E31D-2613-9A07-5B2C-5796078B93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Line">
            <a:extLst>
              <a:ext uri="{FF2B5EF4-FFF2-40B4-BE49-F238E27FC236}">
                <a16:creationId xmlns:a16="http://schemas.microsoft.com/office/drawing/2014/main" id="{D5BF4CD4-8E47-5572-A96B-93EF89AB7264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chemeClr val="bg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7DFC97CB-BC4B-54EC-082E-93C2375CB8EB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chemeClr val="bg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8" name="object 37">
            <a:extLst>
              <a:ext uri="{FF2B5EF4-FFF2-40B4-BE49-F238E27FC236}">
                <a16:creationId xmlns:a16="http://schemas.microsoft.com/office/drawing/2014/main" id="{FAF6262D-5FC8-58D1-F2BE-380EBA7D6F94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bg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273F3C0C-DEF0-2F53-0F2B-2AAACA506D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E985C5-123E-9EB9-A995-2F10DF128E9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58075" y="346725"/>
            <a:ext cx="1605196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52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9BC24C-12E3-FE97-DC14-EB1769EA0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9250" y="4820970"/>
            <a:ext cx="6237837" cy="135480"/>
          </a:xfrm>
          <a:prstGeom prst="rect">
            <a:avLst/>
          </a:prstGeom>
        </p:spPr>
        <p:txBody>
          <a:bodyPr lIns="0"/>
          <a:lstStyle/>
          <a:p>
            <a:pPr algn="l"/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967838E-C514-2402-E9ED-1D40FD69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3270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296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0B2215-2266-AE41-8B66-2ADD7BFD68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2" t="-1" r="-647"/>
          <a:stretch/>
        </p:blipFill>
        <p:spPr>
          <a:xfrm>
            <a:off x="-10510" y="0"/>
            <a:ext cx="2963918" cy="5143500"/>
          </a:xfrm>
          <a:prstGeom prst="rect">
            <a:avLst/>
          </a:prstGeom>
        </p:spPr>
      </p:pic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AEAFB2C-14B7-1440-C819-F09C9F8C8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7262" y="2300526"/>
            <a:ext cx="4306142" cy="558217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600" b="1">
                <a:solidFill>
                  <a:srgbClr val="6500FF"/>
                </a:solidFill>
              </a:defRPr>
            </a:lvl2pPr>
          </a:lstStyle>
          <a:p>
            <a:pPr lvl="0"/>
            <a:r>
              <a:rPr lang="en-US"/>
              <a:t>Section Divider - Title</a:t>
            </a:r>
          </a:p>
          <a:p>
            <a:pPr lvl="1"/>
            <a:r>
              <a:rPr lang="en-US"/>
              <a:t>Subtitle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9406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rgbClr val="25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2F1865-4DDD-B5A5-C5B0-FC7382C405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03" r="-161"/>
          <a:stretch/>
        </p:blipFill>
        <p:spPr>
          <a:xfrm>
            <a:off x="0" y="0"/>
            <a:ext cx="2929658" cy="5143500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F282EB1-1F23-B800-6B7E-C41F9C39AC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7262" y="2300526"/>
            <a:ext cx="4306142" cy="558217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rgbClr val="95EEEE"/>
                </a:solidFill>
              </a:defRPr>
            </a:lvl2pPr>
          </a:lstStyle>
          <a:p>
            <a:pPr lvl="0"/>
            <a:r>
              <a:rPr lang="en-US"/>
              <a:t>Section Divider - Title</a:t>
            </a:r>
          </a:p>
          <a:p>
            <a:pPr lvl="1"/>
            <a:r>
              <a:rPr lang="en-US"/>
              <a:t>Subtitle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4439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1">
    <p:bg>
      <p:bgPr>
        <a:solidFill>
          <a:srgbClr val="25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84E0F0-E65D-A698-A80A-4FCDF877258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FB517D-7A30-4889-0AF9-FC2367D95F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03" r="-161"/>
          <a:stretch/>
        </p:blipFill>
        <p:spPr>
          <a:xfrm>
            <a:off x="0" y="0"/>
            <a:ext cx="2929658" cy="514350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B1E336-A6EF-625E-A8AD-96ADB4FF76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7262" y="2300526"/>
            <a:ext cx="4306142" cy="558217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rgbClr val="95EEEE"/>
                </a:solidFill>
              </a:defRPr>
            </a:lvl2pPr>
          </a:lstStyle>
          <a:p>
            <a:pPr lvl="0"/>
            <a:r>
              <a:rPr lang="en-US"/>
              <a:t>Section Divider - Title</a:t>
            </a:r>
          </a:p>
          <a:p>
            <a:pPr lvl="1"/>
            <a:r>
              <a:rPr lang="en-US"/>
              <a:t>Subtitle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01954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04477D-72F0-A27E-3022-3E004D3AE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2" t="-1" r="-647"/>
          <a:stretch/>
        </p:blipFill>
        <p:spPr>
          <a:xfrm>
            <a:off x="-10510" y="0"/>
            <a:ext cx="2963918" cy="514350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160988EA-7D11-C250-56EB-DD24DA4213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7262" y="2300526"/>
            <a:ext cx="4306142" cy="558217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600" b="1">
                <a:solidFill>
                  <a:srgbClr val="6500FF"/>
                </a:solidFill>
              </a:defRPr>
            </a:lvl2pPr>
          </a:lstStyle>
          <a:p>
            <a:pPr lvl="0"/>
            <a:r>
              <a:rPr lang="en-US"/>
              <a:t>Section Divider - Title</a:t>
            </a:r>
          </a:p>
          <a:p>
            <a:pPr lvl="1"/>
            <a:r>
              <a:rPr lang="en-US"/>
              <a:t>Subtitle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78250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A61A6B-0F63-EF29-D7AB-8C6E34C112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5" r="467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1D2229-9823-134D-C6B2-D7AFB9CA4249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0B2215-2266-AE41-8B66-2ADD7BFD68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2" t="-1" r="-647"/>
          <a:stretch/>
        </p:blipFill>
        <p:spPr>
          <a:xfrm>
            <a:off x="-10510" y="0"/>
            <a:ext cx="2963918" cy="5143500"/>
          </a:xfrm>
          <a:prstGeom prst="rect">
            <a:avLst/>
          </a:prstGeom>
        </p:spPr>
      </p:pic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AEAFB2C-14B7-1440-C819-F09C9F8C8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7262" y="2300526"/>
            <a:ext cx="4306142" cy="558217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600" b="1">
                <a:solidFill>
                  <a:srgbClr val="6500FF"/>
                </a:solidFill>
              </a:defRPr>
            </a:lvl2pPr>
          </a:lstStyle>
          <a:p>
            <a:pPr lvl="0"/>
            <a:r>
              <a:rPr lang="en-US"/>
              <a:t>Section Divider - Title</a:t>
            </a:r>
          </a:p>
          <a:p>
            <a:pPr lvl="1"/>
            <a:r>
              <a:rPr lang="en-US"/>
              <a:t>Subtitle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71446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 1">
    <p:bg>
      <p:bgPr>
        <a:solidFill>
          <a:srgbClr val="25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in lab coats&#10;&#10;Description automatically generated">
            <a:extLst>
              <a:ext uri="{FF2B5EF4-FFF2-40B4-BE49-F238E27FC236}">
                <a16:creationId xmlns:a16="http://schemas.microsoft.com/office/drawing/2014/main" id="{FD4FDFB3-EEF6-EE8B-4DB5-78F1466511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40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540355-832B-CD5A-E998-48E3AF98AB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contras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B517D-7A30-4889-0AF9-FC2367D95F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03" r="-161"/>
          <a:stretch/>
        </p:blipFill>
        <p:spPr>
          <a:xfrm>
            <a:off x="0" y="0"/>
            <a:ext cx="2929658" cy="514350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B1E336-A6EF-625E-A8AD-96ADB4FF76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7262" y="2300526"/>
            <a:ext cx="4306142" cy="558217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rgbClr val="95EEEE"/>
                </a:solidFill>
              </a:defRPr>
            </a:lvl2pPr>
          </a:lstStyle>
          <a:p>
            <a:pPr lvl="0"/>
            <a:r>
              <a:rPr lang="en-US"/>
              <a:t>Section Divider - Title</a:t>
            </a:r>
          </a:p>
          <a:p>
            <a:pPr lvl="1"/>
            <a:r>
              <a:rPr lang="en-US"/>
              <a:t>Subtitle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50372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Slide 1">
    <p:bg>
      <p:bgPr>
        <a:solidFill>
          <a:srgbClr val="25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in lab coats looking at a computer screen&#10;&#10;Description automatically generated">
            <a:extLst>
              <a:ext uri="{FF2B5EF4-FFF2-40B4-BE49-F238E27FC236}">
                <a16:creationId xmlns:a16="http://schemas.microsoft.com/office/drawing/2014/main" id="{591E2107-11CA-8A26-B6D1-DA5E874479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" y="0"/>
            <a:ext cx="9142346" cy="51444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8AF336-CFFC-4F35-147F-B3220CFCA0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2F1865-4DDD-B5A5-C5B0-FC7382C405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03" r="-161"/>
          <a:stretch/>
        </p:blipFill>
        <p:spPr>
          <a:xfrm>
            <a:off x="0" y="0"/>
            <a:ext cx="2929658" cy="5143500"/>
          </a:xfrm>
          <a:prstGeom prst="rect">
            <a:avLst/>
          </a:prstGeom>
        </p:spPr>
      </p:pic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F282EB1-1F23-B800-6B7E-C41F9C39AC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7262" y="2300526"/>
            <a:ext cx="4306142" cy="558217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rgbClr val="95EEEE"/>
                </a:solidFill>
              </a:defRPr>
            </a:lvl2pPr>
          </a:lstStyle>
          <a:p>
            <a:pPr lvl="0"/>
            <a:r>
              <a:rPr lang="en-US"/>
              <a:t>Section Divider - Title</a:t>
            </a:r>
          </a:p>
          <a:p>
            <a:pPr lvl="1"/>
            <a:r>
              <a:rPr lang="en-US"/>
              <a:t>Subtitle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9363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E8FA7495-4D5D-3B1B-2AC5-90E334CF95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2039" y="1074498"/>
            <a:ext cx="4060825" cy="339984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rgbClr val="25374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text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3" name="Title 9">
            <a:extLst>
              <a:ext uri="{FF2B5EF4-FFF2-40B4-BE49-F238E27FC236}">
                <a16:creationId xmlns:a16="http://schemas.microsoft.com/office/drawing/2014/main" id="{54AE8977-6C4B-4F4F-B3BD-EA4BCBE71320}"/>
              </a:ext>
            </a:extLst>
          </p:cNvPr>
          <p:cNvSpPr txBox="1">
            <a:spLocks/>
          </p:cNvSpPr>
          <p:nvPr userDrawn="1"/>
        </p:nvSpPr>
        <p:spPr>
          <a:xfrm>
            <a:off x="4692039" y="470819"/>
            <a:ext cx="4060825" cy="3903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indent="0">
              <a:buNone/>
            </a:pPr>
            <a:r>
              <a:rPr lang="en-US" sz="1600" b="1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909645-181F-EB97-644F-601D486D1E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2" t="-1" r="-647"/>
          <a:stretch/>
        </p:blipFill>
        <p:spPr>
          <a:xfrm>
            <a:off x="-10510" y="0"/>
            <a:ext cx="29639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97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1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E6DDFD-7412-9F81-45EF-5C88793897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2039" y="1074498"/>
            <a:ext cx="4060825" cy="339984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rgbClr val="25374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text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1" name="Title 9">
            <a:extLst>
              <a:ext uri="{FF2B5EF4-FFF2-40B4-BE49-F238E27FC236}">
                <a16:creationId xmlns:a16="http://schemas.microsoft.com/office/drawing/2014/main" id="{211C2481-2337-DB69-5E37-C5B5670C0F3C}"/>
              </a:ext>
            </a:extLst>
          </p:cNvPr>
          <p:cNvSpPr txBox="1">
            <a:spLocks/>
          </p:cNvSpPr>
          <p:nvPr userDrawn="1"/>
        </p:nvSpPr>
        <p:spPr>
          <a:xfrm>
            <a:off x="4692039" y="470819"/>
            <a:ext cx="4060825" cy="3903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indent="0">
              <a:buNone/>
            </a:pPr>
            <a:r>
              <a:rPr lang="en-US" sz="1600" b="1"/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4CFCAF-E5E6-12B0-1984-B0F7022C8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22" t="-1" r="-647"/>
          <a:stretch/>
        </p:blipFill>
        <p:spPr>
          <a:xfrm>
            <a:off x="-10510" y="0"/>
            <a:ext cx="29639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561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0BA004-6E1A-4B76-19FA-B58FFB39539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5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Title 9">
            <a:extLst>
              <a:ext uri="{FF2B5EF4-FFF2-40B4-BE49-F238E27FC236}">
                <a16:creationId xmlns:a16="http://schemas.microsoft.com/office/drawing/2014/main" id="{13F0A8EE-C927-057E-E914-F25CE9CED1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2039" y="1074498"/>
            <a:ext cx="4060825" cy="339984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text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2" name="Title 9">
            <a:extLst>
              <a:ext uri="{FF2B5EF4-FFF2-40B4-BE49-F238E27FC236}">
                <a16:creationId xmlns:a16="http://schemas.microsoft.com/office/drawing/2014/main" id="{C622D16A-139B-67B3-AFF6-1FC4A4473861}"/>
              </a:ext>
            </a:extLst>
          </p:cNvPr>
          <p:cNvSpPr txBox="1">
            <a:spLocks/>
          </p:cNvSpPr>
          <p:nvPr userDrawn="1"/>
        </p:nvSpPr>
        <p:spPr>
          <a:xfrm>
            <a:off x="4692039" y="470819"/>
            <a:ext cx="4060825" cy="3903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indent="0">
              <a:buNone/>
            </a:pPr>
            <a:r>
              <a:rPr lang="en-US" sz="1600" b="1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9DEE2E-534A-57F2-FA7C-BAB8C0C07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03" r="-161"/>
          <a:stretch/>
        </p:blipFill>
        <p:spPr>
          <a:xfrm>
            <a:off x="0" y="0"/>
            <a:ext cx="29296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388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FB6332-DD18-3644-F5E9-87A5E9A03C6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Title 9">
            <a:extLst>
              <a:ext uri="{FF2B5EF4-FFF2-40B4-BE49-F238E27FC236}">
                <a16:creationId xmlns:a16="http://schemas.microsoft.com/office/drawing/2014/main" id="{EBF58211-18B0-CA36-DA03-52FB2AC5CF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92039" y="1074498"/>
            <a:ext cx="4060825" cy="339984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text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5" name="Title 9">
            <a:extLst>
              <a:ext uri="{FF2B5EF4-FFF2-40B4-BE49-F238E27FC236}">
                <a16:creationId xmlns:a16="http://schemas.microsoft.com/office/drawing/2014/main" id="{2E4A8F29-1723-7BCD-E6DC-C5BC9823FF18}"/>
              </a:ext>
            </a:extLst>
          </p:cNvPr>
          <p:cNvSpPr txBox="1">
            <a:spLocks/>
          </p:cNvSpPr>
          <p:nvPr userDrawn="1"/>
        </p:nvSpPr>
        <p:spPr>
          <a:xfrm>
            <a:off x="4692039" y="470819"/>
            <a:ext cx="4060825" cy="390316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kern="120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indent="0">
              <a:buNone/>
            </a:pPr>
            <a:r>
              <a:rPr lang="en-US" sz="1600" b="1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194027-B69D-81E7-3E9F-F81ECAC1DF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03" r="-161"/>
          <a:stretch/>
        </p:blipFill>
        <p:spPr>
          <a:xfrm>
            <a:off x="0" y="0"/>
            <a:ext cx="29296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2487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">
            <a:extLst>
              <a:ext uri="{FF2B5EF4-FFF2-40B4-BE49-F238E27FC236}">
                <a16:creationId xmlns:a16="http://schemas.microsoft.com/office/drawing/2014/main" id="{57446CBE-B79C-BB74-40EE-A03BD52EEA4D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rgbClr val="6500FF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BA86BC6B-8DD3-7D5C-B8B0-FA10F342B318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rgbClr val="6500FF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12" name="object 37">
            <a:extLst>
              <a:ext uri="{FF2B5EF4-FFF2-40B4-BE49-F238E27FC236}">
                <a16:creationId xmlns:a16="http://schemas.microsoft.com/office/drawing/2014/main" id="{81AAF1CE-F46B-4A11-8E2B-96F78EB755E5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tx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1C37214-A4FB-9BEE-EF2E-A0F8826FE17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6F3EF0-E476-44A3-F00C-0B7A27A138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075" y="345231"/>
            <a:ext cx="1605195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77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7">
            <a:extLst>
              <a:ext uri="{FF2B5EF4-FFF2-40B4-BE49-F238E27FC236}">
                <a16:creationId xmlns:a16="http://schemas.microsoft.com/office/drawing/2014/main" id="{067AC377-8E22-DE5B-CF1A-4A58D4E47A7E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tx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4B4143C8-2C17-F521-E137-56FAC5360876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rgbClr val="6500FF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057C595B-FD95-04F9-74B9-6F7E6412A1E7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rgbClr val="6500FF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63CD30-AD45-5428-49D9-2E1961FA15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585049-513A-72D5-4025-1EF184BCC1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075" y="345231"/>
            <a:ext cx="1605195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68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7" userDrawn="1">
          <p15:clr>
            <a:srgbClr val="FBAE40"/>
          </p15:clr>
        </p15:guide>
        <p15:guide id="2" pos="226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810351-231C-7E84-508E-2D17654C558B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5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object 37">
            <a:extLst>
              <a:ext uri="{FF2B5EF4-FFF2-40B4-BE49-F238E27FC236}">
                <a16:creationId xmlns:a16="http://schemas.microsoft.com/office/drawing/2014/main" id="{D6C227A6-A54F-70DB-59D8-A27D7DD31587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bg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19339ACF-2966-816C-A981-2501D33BAE45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chemeClr val="bg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6903DD51-B654-AB58-B98D-33C9C1296911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chemeClr val="bg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878B7FD-7B48-9B9A-5846-4D0E65DDF7C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A4E72C-E036-7F8A-0D40-DB7929AA67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075" y="346725"/>
            <a:ext cx="1605196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7897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3E7F3E-2ABA-FA1A-8F0D-AE84A0452E33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object 37">
            <a:extLst>
              <a:ext uri="{FF2B5EF4-FFF2-40B4-BE49-F238E27FC236}">
                <a16:creationId xmlns:a16="http://schemas.microsoft.com/office/drawing/2014/main" id="{EEF302A7-4149-BC9A-E2E4-3C9734C96171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bg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367AB4B1-AEED-3BFC-8CB7-6C1B9A6554AA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chemeClr val="bg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AECE9BC9-76D2-9B77-99F3-0EFABFDE6B03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chemeClr val="bg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DED7CE0D-91C3-B130-4A22-DC9268D1482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8DD187-77B1-2514-938B-DA2E619835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075" y="346725"/>
            <a:ext cx="1605196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1217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0D74CB-0BDD-A503-A67F-5952E6A45A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5" r="467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28E159-881B-EE8C-2227-F11219AE18D7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4DE00D3F-F395-043D-2999-A794F681833C}"/>
              </a:ext>
            </a:extLst>
          </p:cNvPr>
          <p:cNvSpPr/>
          <p:nvPr userDrawn="1"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A53EF100-D689-5CA4-5D5C-EC9A0CDA65D1}"/>
              </a:ext>
            </a:extLst>
          </p:cNvPr>
          <p:cNvSpPr/>
          <p:nvPr userDrawn="1"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7" name="object 37">
            <a:extLst>
              <a:ext uri="{FF2B5EF4-FFF2-40B4-BE49-F238E27FC236}">
                <a16:creationId xmlns:a16="http://schemas.microsoft.com/office/drawing/2014/main" id="{9BDF3B9F-C316-E1CD-A9FE-4A156D54A77F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tx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8D2C00F9-3AFA-A1E6-6D84-673CACE808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D2B5EF-C7C5-8464-FC4F-91FC887A78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075" y="345231"/>
            <a:ext cx="1605195" cy="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01">
          <p15:clr>
            <a:srgbClr val="FBAE40"/>
          </p15:clr>
        </p15:guide>
        <p15:guide id="2" orient="horz" pos="209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81D545-7CAE-87A8-D012-46694A31DE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03279"/>
            <a:ext cx="9144000" cy="31572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CC6BF8-2CC8-6CE8-B42F-770F0E4E247C}"/>
              </a:ext>
            </a:extLst>
          </p:cNvPr>
          <p:cNvSpPr/>
          <p:nvPr userDrawn="1"/>
        </p:nvSpPr>
        <p:spPr>
          <a:xfrm>
            <a:off x="418057" y="795077"/>
            <a:ext cx="8310313" cy="3977685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23DA83-C050-5D63-C96F-B1291F4B8F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C346A663-A323-1181-7039-1A2BC94E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46BFD32-6B79-E1EF-55CB-9BDEBDAA5F4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4591" y="1009650"/>
            <a:ext cx="8430160" cy="35433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</p:spTree>
    <p:extLst>
      <p:ext uri="{BB962C8B-B14F-4D97-AF65-F5344CB8AC3E}">
        <p14:creationId xmlns:p14="http://schemas.microsoft.com/office/powerpoint/2010/main" val="2145626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blue waves&#10;&#10;Description automatically generated">
            <a:extLst>
              <a:ext uri="{FF2B5EF4-FFF2-40B4-BE49-F238E27FC236}">
                <a16:creationId xmlns:a16="http://schemas.microsoft.com/office/drawing/2014/main" id="{95154CF6-71D8-2774-A58D-BB43620C0F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3278"/>
            <a:ext cx="9144000" cy="31572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F5005C-D082-5A7F-DFA6-0C397D1548CF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A86D9-A2A4-33F1-9F7E-C0D7BA249E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4591" y="1009650"/>
            <a:ext cx="8430160" cy="354330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23DA83-C050-5D63-C96F-B1291F4B8F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C346A663-A323-1181-7039-1A2BC94E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5D6346E-2988-6C54-14D0-349FF52DEE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</p:spTree>
    <p:extLst>
      <p:ext uri="{BB962C8B-B14F-4D97-AF65-F5344CB8AC3E}">
        <p14:creationId xmlns:p14="http://schemas.microsoft.com/office/powerpoint/2010/main" val="21906683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7B97FA6-6E11-6096-0A90-0F5056D72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03279"/>
            <a:ext cx="9144000" cy="31572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24EBAF-37DD-F3B4-7353-ADC58EFB8DE6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3EDE40F-1311-4A6C-9739-AC99765D43B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5049" y="1342318"/>
            <a:ext cx="4110432" cy="321063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F5BDF-2519-0917-0C59-C0BEBBD9C1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84319" y="1342320"/>
            <a:ext cx="4110432" cy="321063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0C9D3077-6F3D-6327-35E8-405F59FF9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447A38E-7B62-61B4-0A03-3A478D4A4D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3E25A3C-83F1-98BF-7D64-91908C95D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527E9BE-C95F-FAC5-50FD-76E54C1320A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65047" y="1009651"/>
            <a:ext cx="4110432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438286-0A23-A483-F3C7-7337E73E4B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84319" y="1009651"/>
            <a:ext cx="4110053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77684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blue waves&#10;&#10;Description automatically generated">
            <a:extLst>
              <a:ext uri="{FF2B5EF4-FFF2-40B4-BE49-F238E27FC236}">
                <a16:creationId xmlns:a16="http://schemas.microsoft.com/office/drawing/2014/main" id="{BC52631A-CDA0-5BF3-9A05-5950CE9B0C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3278"/>
            <a:ext cx="9144000" cy="31572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24EBAF-37DD-F3B4-7353-ADC58EFB8DE6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3EDE40F-1311-4A6C-9739-AC99765D43B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5049" y="1342318"/>
            <a:ext cx="4110432" cy="321063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F5BDF-2519-0917-0C59-C0BEBBD9C1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84319" y="1342320"/>
            <a:ext cx="4110432" cy="321063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0C9D3077-6F3D-6327-35E8-405F59FF9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447A38E-7B62-61B4-0A03-3A478D4A4D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3E25A3C-83F1-98BF-7D64-91908C95D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527E9BE-C95F-FAC5-50FD-76E54C1320A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65047" y="1009651"/>
            <a:ext cx="4110432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438286-0A23-A483-F3C7-7337E73E4B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84319" y="1009651"/>
            <a:ext cx="4110053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41959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8F77354-B99A-6AE7-D9B5-24A115C847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03279"/>
            <a:ext cx="9144000" cy="31572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AC6CB34-72B2-A59C-F1D9-B78DE2388626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E68B6CC-B4A1-A03B-A3E9-E9F4C29CE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6497056E-E7B2-5F1F-77DA-E4D0F3BCAE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B7194E1-1E29-FB20-49E5-C7E58819D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BD28CBB-DAD7-60D7-4730-C613DEEE428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65047" y="1009651"/>
            <a:ext cx="2675331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944CE8-57FC-C28A-5E3D-9DFE719E571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29534" y="1009651"/>
            <a:ext cx="2675331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79F87BC-6761-709F-085A-1D095F877D4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119420" y="1009651"/>
            <a:ext cx="2674952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0D24730-D405-2D74-CD98-B828A667DEE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5049" y="1342320"/>
            <a:ext cx="2675331" cy="321062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84E56A-38B4-4DCF-6754-45F636E309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29534" y="1342320"/>
            <a:ext cx="2675331" cy="321062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A5DCFA-DFCD-335A-E8FE-0C8EDE596F1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119420" y="1342320"/>
            <a:ext cx="2675331" cy="321062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6049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blue waves&#10;&#10;Description automatically generated">
            <a:extLst>
              <a:ext uri="{FF2B5EF4-FFF2-40B4-BE49-F238E27FC236}">
                <a16:creationId xmlns:a16="http://schemas.microsoft.com/office/drawing/2014/main" id="{EA42E5A6-CA96-48F6-D08E-3AB3252CF1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3278"/>
            <a:ext cx="9144000" cy="31572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AC6CB34-72B2-A59C-F1D9-B78DE2388626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E68B6CC-B4A1-A03B-A3E9-E9F4C29CE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6497056E-E7B2-5F1F-77DA-E4D0F3BCAE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B7194E1-1E29-FB20-49E5-C7E58819D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BD28CBB-DAD7-60D7-4730-C613DEEE428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65047" y="1009651"/>
            <a:ext cx="2675331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9944CE8-57FC-C28A-5E3D-9DFE719E571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29534" y="1009651"/>
            <a:ext cx="2675331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79F87BC-6761-709F-085A-1D095F877D4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119420" y="1009651"/>
            <a:ext cx="2674952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0D24730-D405-2D74-CD98-B828A667DEE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5049" y="1342320"/>
            <a:ext cx="2675331" cy="321062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84E56A-38B4-4DCF-6754-45F636E309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229534" y="1342320"/>
            <a:ext cx="2675331" cy="321062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A5DCFA-DFCD-335A-E8FE-0C8EDE596F1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119420" y="1342320"/>
            <a:ext cx="2675331" cy="321062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34914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6C669DC-674D-8D3B-8007-239A6AF5B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03279"/>
            <a:ext cx="9144000" cy="31572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41F3B54-359E-2B32-FAA1-E5035C2E6F3B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B28948A-3A30-DAAA-9987-45A22C793F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4591" y="1342322"/>
            <a:ext cx="1981911" cy="321062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1000"/>
            </a:lvl1pPr>
            <a:lvl2pPr marL="457200" indent="0" algn="l">
              <a:buNone/>
              <a:defRPr sz="1000"/>
            </a:lvl2pPr>
            <a:lvl3pPr marL="914400" indent="0" algn="l">
              <a:buNone/>
              <a:defRPr sz="1000"/>
            </a:lvl3pPr>
            <a:lvl4pPr marL="1371600" indent="0" algn="l">
              <a:buNone/>
              <a:defRPr sz="1000"/>
            </a:lvl4pPr>
            <a:lvl5pPr marL="1828800" indent="0" algn="l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59860C5-2592-EAB9-8853-34E1E7E69C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14007" y="1342322"/>
            <a:ext cx="1981911" cy="321062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1000"/>
            </a:lvl1pPr>
            <a:lvl2pPr marL="457200" indent="0" algn="l">
              <a:buNone/>
              <a:defRPr sz="1000"/>
            </a:lvl2pPr>
            <a:lvl3pPr marL="914400" indent="0" algn="l">
              <a:buNone/>
              <a:defRPr sz="1000"/>
            </a:lvl3pPr>
            <a:lvl4pPr marL="1371600" indent="0" algn="l">
              <a:buNone/>
              <a:defRPr sz="1000"/>
            </a:lvl4pPr>
            <a:lvl5pPr marL="1828800" indent="0" algn="l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F5A0837-D320-A897-2E0A-2265469A5B9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663423" y="1342322"/>
            <a:ext cx="1981911" cy="321062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1000"/>
            </a:lvl1pPr>
            <a:lvl2pPr marL="457200" indent="0" algn="l">
              <a:buNone/>
              <a:defRPr sz="1000"/>
            </a:lvl2pPr>
            <a:lvl3pPr marL="914400" indent="0" algn="l">
              <a:buNone/>
              <a:defRPr sz="1000"/>
            </a:lvl3pPr>
            <a:lvl4pPr marL="1371600" indent="0" algn="l">
              <a:buNone/>
              <a:defRPr sz="1000"/>
            </a:lvl4pPr>
            <a:lvl5pPr marL="1828800" indent="0" algn="l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07E7520-5B3F-DE10-4FA2-B2879465B24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812840" y="1342322"/>
            <a:ext cx="1981911" cy="321062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1000"/>
            </a:lvl1pPr>
            <a:lvl2pPr marL="457200" indent="0" algn="l">
              <a:buNone/>
              <a:defRPr sz="1000"/>
            </a:lvl2pPr>
            <a:lvl3pPr marL="914400" indent="0" algn="l">
              <a:buNone/>
              <a:defRPr sz="1000"/>
            </a:lvl3pPr>
            <a:lvl4pPr marL="1371600" indent="0" algn="l">
              <a:buNone/>
              <a:defRPr sz="1000"/>
            </a:lvl4pPr>
            <a:lvl5pPr marL="1828800" indent="0" algn="l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9228984-1B87-7DE6-0DC6-211D47638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C705BEC-35E7-982C-E8AE-24E6096B1C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99DA-1265-B4B4-B9B4-D74BB96A9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A3568E0-1596-4CD8-6FC1-412DE62ECC0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5047" y="1009651"/>
            <a:ext cx="1981455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BF764D8-8388-D3EA-4831-EAE4BAE7AE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514669" y="1009651"/>
            <a:ext cx="1981455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9451458-211D-6BB3-5F7E-0501798BA3A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8429" y="1009651"/>
            <a:ext cx="1981455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70473C1-DCF7-F44A-2CDD-ABDD07A2E5D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07269" y="1009651"/>
            <a:ext cx="1981455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741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86" userDrawn="1">
          <p15:clr>
            <a:srgbClr val="FBAE40"/>
          </p15:clr>
        </p15:guide>
        <p15:guide id="2" pos="2980" userDrawn="1">
          <p15:clr>
            <a:srgbClr val="FBAE40"/>
          </p15:clr>
        </p15:guide>
        <p15:guide id="3" pos="308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blue waves&#10;&#10;Description automatically generated">
            <a:extLst>
              <a:ext uri="{FF2B5EF4-FFF2-40B4-BE49-F238E27FC236}">
                <a16:creationId xmlns:a16="http://schemas.microsoft.com/office/drawing/2014/main" id="{75959077-5B69-2566-B456-5E2F63DB77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3278"/>
            <a:ext cx="9144000" cy="31572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41F3B54-359E-2B32-FAA1-E5035C2E6F3B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B28948A-3A30-DAAA-9987-45A22C793F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4591" y="1342322"/>
            <a:ext cx="1981911" cy="321062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1000"/>
            </a:lvl1pPr>
            <a:lvl2pPr marL="457200" indent="0" algn="l">
              <a:buNone/>
              <a:defRPr sz="1000"/>
            </a:lvl2pPr>
            <a:lvl3pPr marL="914400" indent="0" algn="l">
              <a:buNone/>
              <a:defRPr sz="1000"/>
            </a:lvl3pPr>
            <a:lvl4pPr marL="1371600" indent="0" algn="l">
              <a:buNone/>
              <a:defRPr sz="1000"/>
            </a:lvl4pPr>
            <a:lvl5pPr marL="1828800" indent="0" algn="l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59860C5-2592-EAB9-8853-34E1E7E69C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14007" y="1342322"/>
            <a:ext cx="1981911" cy="321062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1000"/>
            </a:lvl1pPr>
            <a:lvl2pPr marL="457200" indent="0" algn="l">
              <a:buNone/>
              <a:defRPr sz="1000"/>
            </a:lvl2pPr>
            <a:lvl3pPr marL="914400" indent="0" algn="l">
              <a:buNone/>
              <a:defRPr sz="1000"/>
            </a:lvl3pPr>
            <a:lvl4pPr marL="1371600" indent="0" algn="l">
              <a:buNone/>
              <a:defRPr sz="1000"/>
            </a:lvl4pPr>
            <a:lvl5pPr marL="1828800" indent="0" algn="l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F5A0837-D320-A897-2E0A-2265469A5B9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663423" y="1342322"/>
            <a:ext cx="1981911" cy="321062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1000"/>
            </a:lvl1pPr>
            <a:lvl2pPr marL="457200" indent="0" algn="l">
              <a:buNone/>
              <a:defRPr sz="1000"/>
            </a:lvl2pPr>
            <a:lvl3pPr marL="914400" indent="0" algn="l">
              <a:buNone/>
              <a:defRPr sz="1000"/>
            </a:lvl3pPr>
            <a:lvl4pPr marL="1371600" indent="0" algn="l">
              <a:buNone/>
              <a:defRPr sz="1000"/>
            </a:lvl4pPr>
            <a:lvl5pPr marL="1828800" indent="0" algn="l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07E7520-5B3F-DE10-4FA2-B2879465B24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812840" y="1342322"/>
            <a:ext cx="1981911" cy="321062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l">
              <a:buNone/>
              <a:defRPr sz="1000"/>
            </a:lvl1pPr>
            <a:lvl2pPr marL="457200" indent="0" algn="l">
              <a:buNone/>
              <a:defRPr sz="1000"/>
            </a:lvl2pPr>
            <a:lvl3pPr marL="914400" indent="0" algn="l">
              <a:buNone/>
              <a:defRPr sz="1000"/>
            </a:lvl3pPr>
            <a:lvl4pPr marL="1371600" indent="0" algn="l">
              <a:buNone/>
              <a:defRPr sz="1000"/>
            </a:lvl4pPr>
            <a:lvl5pPr marL="1828800" indent="0" algn="l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9228984-1B87-7DE6-0DC6-211D47638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C705BEC-35E7-982C-E8AE-24E6096B1CF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99DA-1265-B4B4-B9B4-D74BB96A9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A3568E0-1596-4CD8-6FC1-412DE62ECC0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5047" y="1009651"/>
            <a:ext cx="1981455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BF764D8-8388-D3EA-4831-EAE4BAE7AE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514669" y="1009651"/>
            <a:ext cx="1981455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9451458-211D-6BB3-5F7E-0501798BA3A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8429" y="1009651"/>
            <a:ext cx="1981455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70473C1-DCF7-F44A-2CDD-ABDD07A2E5D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07269" y="1009651"/>
            <a:ext cx="1981455" cy="191433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7512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86" userDrawn="1">
          <p15:clr>
            <a:srgbClr val="FBAE40"/>
          </p15:clr>
        </p15:guide>
        <p15:guide id="2" pos="2980" userDrawn="1">
          <p15:clr>
            <a:srgbClr val="FBAE40"/>
          </p15:clr>
        </p15:guide>
        <p15:guide id="3" pos="308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x1 + Content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B65CFE-0B67-2533-647D-216940EFCE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79514"/>
            <a:ext cx="9144000" cy="31572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09997F-95B0-A63A-8EB1-6BFE16E93F40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C2CEA99-829E-FD47-A2BD-8C1D622245B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4591" y="1009650"/>
            <a:ext cx="8429781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B097C9F-F869-3F01-CEB3-164DD7B015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4591" y="1337766"/>
            <a:ext cx="8429781" cy="321518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166AF49-E362-7AA4-5204-3F01326F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C96EE21-241E-ADBA-A344-36D0B69A9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1C22B-CD52-E342-0D2B-576C32682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</p:spTree>
    <p:extLst>
      <p:ext uri="{BB962C8B-B14F-4D97-AF65-F5344CB8AC3E}">
        <p14:creationId xmlns:p14="http://schemas.microsoft.com/office/powerpoint/2010/main" val="10482400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x1 + Content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urple and blue waves&#10;&#10;Description automatically generated">
            <a:extLst>
              <a:ext uri="{FF2B5EF4-FFF2-40B4-BE49-F238E27FC236}">
                <a16:creationId xmlns:a16="http://schemas.microsoft.com/office/drawing/2014/main" id="{B7CA29FF-8219-3E6D-39F5-1E9045D687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3280"/>
            <a:ext cx="9144000" cy="31572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EB0FA2E-4247-5CAD-F67C-4B3B998E2781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C2CEA99-829E-FD47-A2BD-8C1D622245B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4591" y="1009650"/>
            <a:ext cx="8429781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166AF49-E362-7AA4-5204-3F01326F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C96EE21-241E-ADBA-A344-36D0B69A9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E1D00-E626-82C0-4836-A62BB286A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DD4DF3-75D8-A480-8255-88FFD0BB2C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4591" y="1337766"/>
            <a:ext cx="8429781" cy="321518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8286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x2 + Conten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5827410-7950-724A-2298-839050C371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02548"/>
            <a:ext cx="9144000" cy="31572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7981DD-5B50-4BE2-5980-CFA7DCC29D7E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58C108-8786-AE26-7283-CC31501B508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5048" y="1337766"/>
            <a:ext cx="4086000" cy="32151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78C11B0-8DFB-AFD4-964F-595253243FB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08751" y="1337766"/>
            <a:ext cx="4086000" cy="32151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83BB4E9-5574-3AB2-1102-CC83A986D54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5049" y="1009650"/>
            <a:ext cx="4086000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ABE9937-A89F-68EA-30F3-A65FDDE1A6C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708037" y="1009650"/>
            <a:ext cx="4086000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EA24416C-F45F-68E7-34A6-5BBC6F07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36E20EC-B998-3F74-DEC9-DD1D9FD948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C15D7-3EBF-2D1C-F71C-B2EE750A4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</p:spTree>
    <p:extLst>
      <p:ext uri="{BB962C8B-B14F-4D97-AF65-F5344CB8AC3E}">
        <p14:creationId xmlns:p14="http://schemas.microsoft.com/office/powerpoint/2010/main" val="38594486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x2 + Conten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blue waves&#10;&#10;Description automatically generated">
            <a:extLst>
              <a:ext uri="{FF2B5EF4-FFF2-40B4-BE49-F238E27FC236}">
                <a16:creationId xmlns:a16="http://schemas.microsoft.com/office/drawing/2014/main" id="{CDFB6842-41B5-6FF2-2895-769AFFE8EE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3144"/>
            <a:ext cx="9144000" cy="31572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54D0E5-44E3-DDE1-F7B5-82EE8F5349A2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83BB4E9-5574-3AB2-1102-CC83A986D54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5049" y="1009650"/>
            <a:ext cx="4086000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EA24416C-F45F-68E7-34A6-5BBC6F07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36E20EC-B998-3F74-DEC9-DD1D9FD948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ABE9937-A89F-68EA-30F3-A65FDDE1A6C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708037" y="1009650"/>
            <a:ext cx="4086000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F2A995F-FA92-84D8-B7DF-F85FF933C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21C3D2-C3F3-BE88-263A-18682901C7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5048" y="1337766"/>
            <a:ext cx="4086000" cy="32151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4B0D2DE-F7E1-20CD-A659-833A84ECA83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08751" y="1337766"/>
            <a:ext cx="4086000" cy="32151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22105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39760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967838E-C514-2402-E9ED-1D40FD69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5AE8A31-D129-30FD-B7DD-644E15F82E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9B62F-60A5-1F97-BC78-5A783FA11880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1E97A-C30F-15D0-EAAE-DC672DADC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</p:spTree>
    <p:extLst>
      <p:ext uri="{BB962C8B-B14F-4D97-AF65-F5344CB8AC3E}">
        <p14:creationId xmlns:p14="http://schemas.microsoft.com/office/powerpoint/2010/main" val="38516550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85CB71-3069-02C9-4A13-94BD6D4BD6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98941"/>
            <a:ext cx="9144000" cy="31572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9DAEA0-BF0D-917A-6376-614769D35D2F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6E506D-5474-768B-60EA-CB0C37C6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BC8956C-9740-C7E1-FEBB-5E4F8450C2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D0602-B44D-E7C4-4D1F-7F521DAF4C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ED1D0B4-6882-6872-9F41-8709BF4E978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65049" y="1142999"/>
            <a:ext cx="8429323" cy="34844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81648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blue waves&#10;&#10;Description automatically generated">
            <a:extLst>
              <a:ext uri="{FF2B5EF4-FFF2-40B4-BE49-F238E27FC236}">
                <a16:creationId xmlns:a16="http://schemas.microsoft.com/office/drawing/2014/main" id="{92187FCC-2608-0DE2-6EC8-C5CC03B0AE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8941"/>
            <a:ext cx="9144000" cy="31572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0163F0-3389-8591-257C-14A5A259CF09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6E506D-5474-768B-60EA-CB0C37C6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BC8956C-9740-C7E1-FEBB-5E4F8450C2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F34B820-470F-4A87-D0F4-E77EE66C3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9A47BD35-E356-9960-B257-9ACF92415D5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65049" y="1142999"/>
            <a:ext cx="8429323" cy="34844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11805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13ECCF-508E-EAFD-53EF-989A5D421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98941"/>
            <a:ext cx="9144000" cy="31572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E4AC2D-8E32-501C-47EA-67D323A47EBE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6E506D-5474-768B-60EA-CB0C37C6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BC8956C-9740-C7E1-FEBB-5E4F8450C2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72B94-CE72-24FB-40C3-60ED0E52B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90D6454-62BC-6073-ACF1-4ABADD7FC196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65049" y="1142999"/>
            <a:ext cx="8429323" cy="34844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2725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blue waves&#10;&#10;Description automatically generated">
            <a:extLst>
              <a:ext uri="{FF2B5EF4-FFF2-40B4-BE49-F238E27FC236}">
                <a16:creationId xmlns:a16="http://schemas.microsoft.com/office/drawing/2014/main" id="{67DCC0CA-C638-AD13-ED43-34BDDBB7C0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3144"/>
            <a:ext cx="9144000" cy="31572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CBAB07-F262-0928-E2CB-5E540E3DB2AA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6E506D-5474-768B-60EA-CB0C37C6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BC8956C-9740-C7E1-FEBB-5E4F8450C2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A0E6C-B5D3-C043-C76C-9FE593A06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5259A1B9-3C86-53A6-4833-E810D9E078CE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65049" y="1142999"/>
            <a:ext cx="8429323" cy="34844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8337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x1 + Conten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5D63E-C38A-D118-2FAB-4FC58729B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43000"/>
            <a:ext cx="9144000" cy="31572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CD59F0-40F9-F895-A94B-E63F5DE6A5F8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F5581CB-2394-2B36-BAC2-7EA2DBCB9D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88842" y="1009649"/>
            <a:ext cx="4204637" cy="354330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35560E5-06DE-17CE-BE80-29A6524C58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63E4FA8B-40B5-8D76-11BB-4C022602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9DD1269-C526-1C3A-4747-1D355FEF9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EC671D8-0CFA-2B93-B980-3DD14B8224AC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45012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x1 + Conten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blue waves&#10;&#10;Description automatically generated">
            <a:extLst>
              <a:ext uri="{FF2B5EF4-FFF2-40B4-BE49-F238E27FC236}">
                <a16:creationId xmlns:a16="http://schemas.microsoft.com/office/drawing/2014/main" id="{3297F5D2-2A63-0047-136E-652AF1F20B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3144"/>
            <a:ext cx="9144000" cy="31572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C3D0AE-3DDF-5204-4289-B780ACA43931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F5581CB-2394-2B36-BAC2-7EA2DBCB9D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88842" y="1009649"/>
            <a:ext cx="4204637" cy="354330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35560E5-06DE-17CE-BE80-29A6524C58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63E4FA8B-40B5-8D76-11BB-4C022602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C4B8052-2A51-F6E6-13EC-D1C1BF422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925DA66-674A-71DD-608F-DCD3C0F77A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34805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x1 + Conten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454107-1871-7307-8CD0-E13850934B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99692"/>
            <a:ext cx="9144000" cy="31572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6605BA-6F1A-27EE-F50F-8CDBD781B103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F5581CB-2394-2B36-BAC2-7EA2DBCB9D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88842" y="1009649"/>
            <a:ext cx="4204637" cy="354330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35560E5-06DE-17CE-BE80-29A6524C58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63E4FA8B-40B5-8D76-11BB-4C022602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813B932-ECDE-57BC-975A-687A205F3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035637-B611-4619-9C55-E3C4874C441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79751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x1 + Conten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blue waves&#10;&#10;Description automatically generated">
            <a:extLst>
              <a:ext uri="{FF2B5EF4-FFF2-40B4-BE49-F238E27FC236}">
                <a16:creationId xmlns:a16="http://schemas.microsoft.com/office/drawing/2014/main" id="{EB054806-76A2-8903-BDBC-3C7BA327B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1626"/>
            <a:ext cx="9144000" cy="31572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7ABE41-C988-CCA3-710D-BA8621BA0F14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F5581CB-2394-2B36-BAC2-7EA2DBCB9D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88842" y="1009649"/>
            <a:ext cx="4204637" cy="354330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35560E5-06DE-17CE-BE80-29A6524C58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63E4FA8B-40B5-8D76-11BB-4C0226026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0773706-B651-7EF7-38F5-D508149BE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50CC7965-F33C-0F08-8118-21C6C04C28A2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05890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x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ED0F1-CD30-A28C-0DD4-0F73A5E7E2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93144"/>
            <a:ext cx="9144000" cy="31572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06992FF-2481-E6C2-A4FE-DF0C966F4A3F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EB4B69D-27A9-10F4-38D9-91C9D65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B661B49-55D9-0E0B-8560-6E1652FC93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1ADCDC0-DA56-3AC1-0150-089939CCB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4F2E7A-6B31-E8B1-3F92-BCFC99C173E6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A5FF840-AFF2-5FE8-3488-640744324FD2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801829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50224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x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blue waves&#10;&#10;Description automatically generated">
            <a:extLst>
              <a:ext uri="{FF2B5EF4-FFF2-40B4-BE49-F238E27FC236}">
                <a16:creationId xmlns:a16="http://schemas.microsoft.com/office/drawing/2014/main" id="{A69CD12E-11A4-96BC-A256-B35F6DE397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3144"/>
            <a:ext cx="9144000" cy="31572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FCD829-5F98-3409-BD68-3021B6703C6E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EB4B69D-27A9-10F4-38D9-91C9D65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B661B49-55D9-0E0B-8560-6E1652FC93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AEDFDD8-49A1-37B3-9D15-CE74210C0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514197-A897-4751-CBDA-C2B9A016F96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0877DFB-2DC1-A0FD-DB03-7EC7E2D6D47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801829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19464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x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D9DC0A-E3D6-D2FC-B130-610302987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99786"/>
            <a:ext cx="9144000" cy="31572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957A38-8C76-E88D-0782-C29F2FD5A74C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EB4B69D-27A9-10F4-38D9-91C9D65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B661B49-55D9-0E0B-8560-6E1652FC93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007DE3-CEA3-AB13-E43E-FFCE3CC6A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27BCBE45-AB51-8F2E-76C9-F6E63E07AE20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1C2302C-126A-2327-4ADB-59792B023296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801829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95711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x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blue waves&#10;&#10;Description automatically generated">
            <a:extLst>
              <a:ext uri="{FF2B5EF4-FFF2-40B4-BE49-F238E27FC236}">
                <a16:creationId xmlns:a16="http://schemas.microsoft.com/office/drawing/2014/main" id="{F5DF93DD-B1A2-A1AE-85C9-87C403112F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6669"/>
            <a:ext cx="9144000" cy="31572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C2978B-F97B-3294-F9DD-D1D7FCBF3916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EB4B69D-27A9-10F4-38D9-91C9D65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0B661B49-55D9-0E0B-8560-6E1652FC93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A7A5C-AF43-917D-A90F-3F9B9530B4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26EC3BC-BF8F-2972-0418-5E8707022E1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45B93A16-28DE-3C80-C89D-6A40BA762E7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801829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98013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x1 + Char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4813DB-D4C3-24AF-BCD9-21BE61A78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98286"/>
            <a:ext cx="9144000" cy="31572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AE37C67-D680-AF61-CED3-EE0D15285F56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E2ACF6-E8B6-D336-F0CC-A31B3B61C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51964FA-82D5-7F15-398A-1B024698CC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2DFC72F-9A52-6C53-9CEF-5A5A34D20EF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5049" y="1009650"/>
            <a:ext cx="8403843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B95CB00-C16F-2B49-EB24-8A9123420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4CAA568-88D3-52F3-5A6D-7AE96D6795B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98475" y="1299882"/>
            <a:ext cx="8137525" cy="3207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36506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x1 + Char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urple and blue waves&#10;&#10;Description automatically generated">
            <a:extLst>
              <a:ext uri="{FF2B5EF4-FFF2-40B4-BE49-F238E27FC236}">
                <a16:creationId xmlns:a16="http://schemas.microsoft.com/office/drawing/2014/main" id="{6B2042A9-1AF7-F013-EB71-C0AC533979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7829"/>
            <a:ext cx="9144000" cy="315721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F3C2B2-D606-B749-E178-51CE5DDC16E6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E2ACF6-E8B6-D336-F0CC-A31B3B61C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51964FA-82D5-7F15-398A-1B024698CC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2DFC72F-9A52-6C53-9CEF-5A5A34D20EF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5049" y="1009650"/>
            <a:ext cx="8403843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208A127-30FF-AAB3-253F-40EB943FB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66D62EF-AF94-4E8A-F9C2-EDB2D0602E3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98475" y="1299882"/>
            <a:ext cx="8137525" cy="3207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53640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x1 + Char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F1CEE3-5FAD-D4B6-4163-67AC25E936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03197"/>
            <a:ext cx="9144000" cy="31572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BEE260-8339-C62E-7003-0B4FE649E6C2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6245E09-D7F7-F134-8565-4DF82C2D879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5049" y="1009650"/>
            <a:ext cx="8403843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E2ACF6-E8B6-D336-F0CC-A31B3B61C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51964FA-82D5-7F15-398A-1B024698CC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0F8C09-BEEC-3475-B34C-121AC827D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3FC6FDF-817A-0A02-EC5E-8FED6816C32C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98475" y="1299882"/>
            <a:ext cx="8137525" cy="3207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33267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x1 + Char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urple and blue waves&#10;&#10;Description automatically generated">
            <a:extLst>
              <a:ext uri="{FF2B5EF4-FFF2-40B4-BE49-F238E27FC236}">
                <a16:creationId xmlns:a16="http://schemas.microsoft.com/office/drawing/2014/main" id="{DFC932BA-EA84-7EB1-59B7-060A732E1A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8286"/>
            <a:ext cx="9144000" cy="31572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A3434E-1DEB-592A-F47D-E444558BC158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6245E09-D7F7-F134-8565-4DF82C2D879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5049" y="1009650"/>
            <a:ext cx="8403843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E2ACF6-E8B6-D336-F0CC-A31B3B61C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51964FA-82D5-7F15-398A-1B024698CC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F9239-DED0-DBD3-8C52-1DF29BCA6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5E70F55-5A14-A540-0A7A-5E3ED1386DE5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98475" y="1299882"/>
            <a:ext cx="8137525" cy="3207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73547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x1 + Header x1 + Conten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AA95680-8C13-B5E2-1293-BF20B5DE20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98286"/>
            <a:ext cx="9144000" cy="31572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8F19EA-BF9C-EA7B-6821-7AD98982C741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9C718A-9A65-E766-0E75-A0B0A079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6EE99A6-E46E-A792-422E-C76C555F9D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02FD6E0-F50E-B438-B10D-1B2F8DF517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643CEF7-6D97-A926-DFBC-6B523DCDE32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endParaRPr lang="en-AE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7B1A0C4-7FFB-4BAA-816A-0A74BDD54A3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08751" y="1268506"/>
            <a:ext cx="4086000" cy="322253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524A33A-0DBA-5E09-3F69-D50DF3103A8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08751" y="995326"/>
            <a:ext cx="4086000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1504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x1 + Header x1 + Conten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ue waves&#10;&#10;Description automatically generated">
            <a:extLst>
              <a:ext uri="{FF2B5EF4-FFF2-40B4-BE49-F238E27FC236}">
                <a16:creationId xmlns:a16="http://schemas.microsoft.com/office/drawing/2014/main" id="{DCBCCF25-B8E4-712D-CE21-122F47699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8941"/>
            <a:ext cx="9144000" cy="31572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F379BB8-143E-2094-87A2-35B46E3E35E7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9C718A-9A65-E766-0E75-A0B0A079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6EE99A6-E46E-A792-422E-C76C555F9D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AFE52F28-1BD2-E327-7E7E-D4F6FE519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5A2E54DE-33A9-A409-E841-3DBCD74E496E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endParaRPr lang="en-AE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F960E4B-A7C3-4717-E747-15F625556D7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08751" y="1268506"/>
            <a:ext cx="4086000" cy="322253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115360B-F025-DFD4-A404-E496764A81B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08751" y="995326"/>
            <a:ext cx="4086000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2776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x1 + Header x1 + Conten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196AE5-70F4-7685-A741-9236DA5E6A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98941"/>
            <a:ext cx="9144000" cy="31572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AD20D9D-3A45-7F56-43E9-A5564D6516CE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9C718A-9A65-E766-0E75-A0B0A079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6EE99A6-E46E-A792-422E-C76C555F9D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25BE4F2-8ED0-75EF-2816-4AA51AF9C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C707EC-30C7-F0D5-94CA-014E0A891A24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endParaRPr lang="en-AE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F890517-E003-D18A-54C1-4CCD0C780D0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08751" y="1268506"/>
            <a:ext cx="4086000" cy="322253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2751551-6963-6BDB-83EE-9F68A32FB2A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708751" y="995326"/>
            <a:ext cx="4086000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2275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x1 + Header x1 + Content x1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blue waves&#10;&#10;Description automatically generated">
            <a:extLst>
              <a:ext uri="{FF2B5EF4-FFF2-40B4-BE49-F238E27FC236}">
                <a16:creationId xmlns:a16="http://schemas.microsoft.com/office/drawing/2014/main" id="{8F21787B-5106-5060-452E-9F52499F73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8941"/>
            <a:ext cx="9144000" cy="31572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E81AF3-8C24-FC8F-043D-340C9C7359A7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9C718A-9A65-E766-0E75-A0B0A0796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6EE99A6-E46E-A792-422E-C76C555F9D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049" y="619965"/>
            <a:ext cx="8429323" cy="1751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GB" sz="1200" b="0" kern="1200" spc="0" baseline="0" dirty="0" smtClean="0">
                <a:solidFill>
                  <a:srgbClr val="6300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>
              <a:defRPr lang="en-GB" sz="1870" b="1" kern="1200" dirty="0" smtClean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>
              <a:defRPr lang="en-GB" sz="1870" b="1" kern="1200" dirty="0">
                <a:solidFill>
                  <a:srgbClr val="25374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add sub-title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3E68592-28E7-AE1B-B12C-6D96A3259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433577C2-FB62-CB46-D342-B953A12ED54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95300" y="1143000"/>
            <a:ext cx="3821113" cy="334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pPr lvl="0"/>
            <a:endParaRPr lang="en-AE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F391688-D17E-DD6F-9BBE-03C300A9AFB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08751" y="1268506"/>
            <a:ext cx="4086000" cy="322253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C8CAB27-038D-A952-B95C-35E40818ECA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708751" y="995326"/>
            <a:ext cx="4086000" cy="186878"/>
          </a:xfrm>
          <a:prstGeom prst="rect">
            <a:avLst/>
          </a:prstGeom>
        </p:spPr>
        <p:txBody>
          <a:bodyPr lIns="0" anchor="b">
            <a:noAutofit/>
          </a:bodyPr>
          <a:lstStyle>
            <a:lvl1pPr marL="0" indent="0">
              <a:buNone/>
              <a:defRPr sz="10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050" b="1">
                <a:solidFill>
                  <a:schemeClr val="accent1"/>
                </a:solidFill>
              </a:defRPr>
            </a:lvl2pPr>
            <a:lvl3pPr marL="914400" indent="0">
              <a:buNone/>
              <a:defRPr sz="1000" b="1">
                <a:solidFill>
                  <a:schemeClr val="accent1"/>
                </a:solidFill>
              </a:defRPr>
            </a:lvl3pPr>
            <a:lvl4pPr marL="1371600" indent="0">
              <a:buNone/>
              <a:defRPr sz="900" b="1">
                <a:solidFill>
                  <a:schemeClr val="accent1"/>
                </a:solidFill>
              </a:defRPr>
            </a:lvl4pPr>
            <a:lvl5pPr marL="1828800" indent="0">
              <a:buNone/>
              <a:defRPr sz="9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425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5.xml"/><Relationship Id="rId10" Type="http://schemas.openxmlformats.org/officeDocument/2006/relationships/oleObject" Target="../embeddings/oleObject2.bin"/><Relationship Id="rId4" Type="http://schemas.openxmlformats.org/officeDocument/2006/relationships/slideLayout" Target="../slideLayouts/slideLayout14.xml"/><Relationship Id="rId9" Type="http://schemas.openxmlformats.org/officeDocument/2006/relationships/tags" Target="../tags/tag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oleObject" Target="../embeddings/oleObject3.bin"/><Relationship Id="rId2" Type="http://schemas.openxmlformats.org/officeDocument/2006/relationships/slideLayout" Target="../slideLayouts/slideLayout28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6.xml"/><Relationship Id="rId19" Type="http://schemas.openxmlformats.org/officeDocument/2006/relationships/image" Target="../media/image2.emf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3.xml"/><Relationship Id="rId21" Type="http://schemas.openxmlformats.org/officeDocument/2006/relationships/theme" Target="../theme/theme5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image" Target="../media/image2.emf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oleObject" Target="../embeddings/oleObject4.bin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491D07F-13D2-CACE-0163-80BCB0BC5C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178140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73" imgH="473" progId="TCLayout.ActiveDocument.1">
                  <p:embed/>
                </p:oleObj>
              </mc:Choice>
              <mc:Fallback>
                <p:oleObj name="think-cell Slide" r:id="rId1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91D07F-13D2-CACE-0163-80BCB0BC5C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Title Placeholder 110">
            <a:extLst>
              <a:ext uri="{FF2B5EF4-FFF2-40B4-BE49-F238E27FC236}">
                <a16:creationId xmlns:a16="http://schemas.microsoft.com/office/drawing/2014/main" id="{63BAE5F2-023D-C045-AFA8-B75BC2F0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2406150"/>
            <a:ext cx="5619600" cy="3312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bject 37">
            <a:extLst>
              <a:ext uri="{FF2B5EF4-FFF2-40B4-BE49-F238E27FC236}">
                <a16:creationId xmlns:a16="http://schemas.microsoft.com/office/drawing/2014/main" id="{C28A4FB6-A4E6-C17C-8C81-B728E1139D13}"/>
              </a:ext>
            </a:extLst>
          </p:cNvPr>
          <p:cNvSpPr txBox="1"/>
          <p:nvPr userDrawn="1"/>
        </p:nvSpPr>
        <p:spPr>
          <a:xfrm>
            <a:off x="7183120" y="4793717"/>
            <a:ext cx="1601969" cy="1801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r>
              <a:rPr lang="en-GB" sz="700" spc="5" err="1">
                <a:solidFill>
                  <a:schemeClr val="tx1"/>
                </a:solidFill>
                <a:latin typeface="Arial"/>
                <a:cs typeface="Arial"/>
              </a:rPr>
              <a:t>tii.ae</a:t>
            </a:r>
            <a:endParaRPr lang="en-GB" sz="70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62F754B4-2DFF-65C7-F08F-909E05043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993" y="4810919"/>
            <a:ext cx="3086100" cy="274637"/>
          </a:xfrm>
          <a:prstGeom prst="rect">
            <a:avLst/>
          </a:prstGeom>
        </p:spPr>
        <p:txBody>
          <a:bodyPr/>
          <a:lstStyle>
            <a:lvl1pPr>
              <a:defRPr sz="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623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950" r:id="rId2"/>
    <p:sldLayoutId id="2147483990" r:id="rId3"/>
    <p:sldLayoutId id="2147483995" r:id="rId4"/>
    <p:sldLayoutId id="2147484001" r:id="rId5"/>
    <p:sldLayoutId id="2147484077" r:id="rId6"/>
    <p:sldLayoutId id="2147484078" r:id="rId7"/>
    <p:sldLayoutId id="2147484079" r:id="rId8"/>
    <p:sldLayoutId id="2147483992" r:id="rId9"/>
    <p:sldLayoutId id="2147483993" r:id="rId10"/>
  </p:sldLayoutIdLst>
  <p:hf sldNum="0" hdr="0" dt="0"/>
  <p:txStyles>
    <p:titleStyle>
      <a:lvl1pPr>
        <a:defRPr sz="2400" b="1">
          <a:solidFill>
            <a:srgbClr val="253746"/>
          </a:solidFill>
          <a:latin typeface="+mj-lt"/>
          <a:ea typeface="+mj-ea"/>
          <a:cs typeface="+mj-cs"/>
        </a:defRPr>
      </a:lvl1pPr>
    </p:titleStyle>
    <p:bodyStyle>
      <a:lvl1pPr marL="7938" indent="0">
        <a:tabLst/>
        <a:defRPr sz="1860" b="1">
          <a:solidFill>
            <a:srgbClr val="8EE2DC"/>
          </a:solidFill>
          <a:latin typeface="+mn-lt"/>
          <a:ea typeface="+mn-ea"/>
          <a:cs typeface="+mn-cs"/>
        </a:defRPr>
      </a:lvl1pPr>
      <a:lvl2pPr marL="7938" indent="0">
        <a:tabLst/>
        <a:defRPr sz="1860" b="0">
          <a:latin typeface="+mn-lt"/>
          <a:ea typeface="+mn-ea"/>
          <a:cs typeface="+mn-cs"/>
        </a:defRPr>
      </a:lvl2pPr>
      <a:lvl3pPr marL="7938" indent="0">
        <a:tabLst/>
        <a:defRPr sz="1860" b="0">
          <a:latin typeface="+mn-lt"/>
          <a:ea typeface="+mn-ea"/>
          <a:cs typeface="+mn-cs"/>
        </a:defRPr>
      </a:lvl3pPr>
      <a:lvl4pPr marL="7938" indent="0">
        <a:tabLst/>
        <a:defRPr sz="1860" b="0">
          <a:latin typeface="+mn-lt"/>
          <a:ea typeface="+mn-ea"/>
          <a:cs typeface="+mn-cs"/>
        </a:defRPr>
      </a:lvl4pPr>
      <a:lvl5pPr marL="7938" indent="0">
        <a:tabLst/>
        <a:defRPr sz="1860" b="0">
          <a:latin typeface="+mn-lt"/>
          <a:ea typeface="+mn-ea"/>
          <a:cs typeface="+mn-cs"/>
        </a:defRPr>
      </a:lvl5pPr>
      <a:lvl6pPr marL="1039673">
        <a:defRPr>
          <a:latin typeface="+mn-lt"/>
          <a:ea typeface="+mn-ea"/>
          <a:cs typeface="+mn-cs"/>
        </a:defRPr>
      </a:lvl6pPr>
      <a:lvl7pPr marL="1247607">
        <a:defRPr>
          <a:latin typeface="+mn-lt"/>
          <a:ea typeface="+mn-ea"/>
          <a:cs typeface="+mn-cs"/>
        </a:defRPr>
      </a:lvl7pPr>
      <a:lvl8pPr marL="1455542">
        <a:defRPr>
          <a:latin typeface="+mn-lt"/>
          <a:ea typeface="+mn-ea"/>
          <a:cs typeface="+mn-cs"/>
        </a:defRPr>
      </a:lvl8pPr>
      <a:lvl9pPr marL="166347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07935">
        <a:defRPr>
          <a:latin typeface="+mn-lt"/>
          <a:ea typeface="+mn-ea"/>
          <a:cs typeface="+mn-cs"/>
        </a:defRPr>
      </a:lvl2pPr>
      <a:lvl3pPr marL="415869">
        <a:defRPr>
          <a:latin typeface="+mn-lt"/>
          <a:ea typeface="+mn-ea"/>
          <a:cs typeface="+mn-cs"/>
        </a:defRPr>
      </a:lvl3pPr>
      <a:lvl4pPr marL="623804">
        <a:defRPr>
          <a:latin typeface="+mn-lt"/>
          <a:ea typeface="+mn-ea"/>
          <a:cs typeface="+mn-cs"/>
        </a:defRPr>
      </a:lvl4pPr>
      <a:lvl5pPr marL="831738">
        <a:defRPr>
          <a:latin typeface="+mn-lt"/>
          <a:ea typeface="+mn-ea"/>
          <a:cs typeface="+mn-cs"/>
        </a:defRPr>
      </a:lvl5pPr>
      <a:lvl6pPr marL="1039673">
        <a:defRPr>
          <a:latin typeface="+mn-lt"/>
          <a:ea typeface="+mn-ea"/>
          <a:cs typeface="+mn-cs"/>
        </a:defRPr>
      </a:lvl6pPr>
      <a:lvl7pPr marL="1247607">
        <a:defRPr>
          <a:latin typeface="+mn-lt"/>
          <a:ea typeface="+mn-ea"/>
          <a:cs typeface="+mn-cs"/>
        </a:defRPr>
      </a:lvl7pPr>
      <a:lvl8pPr marL="1455542">
        <a:defRPr>
          <a:latin typeface="+mn-lt"/>
          <a:ea typeface="+mn-ea"/>
          <a:cs typeface="+mn-cs"/>
        </a:defRPr>
      </a:lvl8pPr>
      <a:lvl9pPr marL="1663476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5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D96A1FD-BB81-BA42-495E-F3CBA922837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157450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73" imgH="473" progId="TCLayout.ActiveDocument.1">
                  <p:embed/>
                </p:oleObj>
              </mc:Choice>
              <mc:Fallback>
                <p:oleObj name="think-cell Slide" r:id="rId10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96A1FD-BB81-BA42-495E-F3CBA92283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Title Placeholder 110">
            <a:extLst>
              <a:ext uri="{FF2B5EF4-FFF2-40B4-BE49-F238E27FC236}">
                <a16:creationId xmlns:a16="http://schemas.microsoft.com/office/drawing/2014/main" id="{63BAE5F2-023D-C045-AFA8-B75BC2F00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2406150"/>
            <a:ext cx="5619600" cy="3312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0960F5-0501-B1E0-AE08-BA25FCB45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782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ISABE 2026  |  Youssef, Pieyre &amp; Jhinaoui  |  Technology Innovation Institute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2436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4" r:id="rId2"/>
    <p:sldLayoutId id="2147483877" r:id="rId3"/>
    <p:sldLayoutId id="2147483876" r:id="rId4"/>
    <p:sldLayoutId id="2147484082" r:id="rId5"/>
    <p:sldLayoutId id="2147484084" r:id="rId6"/>
    <p:sldLayoutId id="2147484083" r:id="rId7"/>
  </p:sldLayoutIdLst>
  <p:hf sldNum="0" hdr="0" dt="0"/>
  <p:txStyles>
    <p:titleStyle>
      <a:lvl1pPr>
        <a:defRPr sz="2400" b="1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7938" indent="0">
        <a:tabLst/>
        <a:defRPr sz="1860" b="1">
          <a:solidFill>
            <a:srgbClr val="8EE2DC"/>
          </a:solidFill>
          <a:latin typeface="+mn-lt"/>
          <a:ea typeface="+mn-ea"/>
          <a:cs typeface="+mn-cs"/>
        </a:defRPr>
      </a:lvl1pPr>
      <a:lvl2pPr marL="7938" indent="0">
        <a:tabLst/>
        <a:defRPr sz="1860" b="0">
          <a:latin typeface="+mn-lt"/>
          <a:ea typeface="+mn-ea"/>
          <a:cs typeface="+mn-cs"/>
        </a:defRPr>
      </a:lvl2pPr>
      <a:lvl3pPr marL="7938" indent="0">
        <a:tabLst/>
        <a:defRPr sz="1860" b="0">
          <a:latin typeface="+mn-lt"/>
          <a:ea typeface="+mn-ea"/>
          <a:cs typeface="+mn-cs"/>
        </a:defRPr>
      </a:lvl3pPr>
      <a:lvl4pPr marL="7938" indent="0">
        <a:tabLst/>
        <a:defRPr sz="1860" b="0">
          <a:latin typeface="+mn-lt"/>
          <a:ea typeface="+mn-ea"/>
          <a:cs typeface="+mn-cs"/>
        </a:defRPr>
      </a:lvl4pPr>
      <a:lvl5pPr marL="7938" indent="0">
        <a:tabLst/>
        <a:defRPr sz="1860" b="0">
          <a:latin typeface="+mn-lt"/>
          <a:ea typeface="+mn-ea"/>
          <a:cs typeface="+mn-cs"/>
        </a:defRPr>
      </a:lvl5pPr>
      <a:lvl6pPr marL="1039673">
        <a:defRPr>
          <a:latin typeface="+mn-lt"/>
          <a:ea typeface="+mn-ea"/>
          <a:cs typeface="+mn-cs"/>
        </a:defRPr>
      </a:lvl6pPr>
      <a:lvl7pPr marL="1247607">
        <a:defRPr>
          <a:latin typeface="+mn-lt"/>
          <a:ea typeface="+mn-ea"/>
          <a:cs typeface="+mn-cs"/>
        </a:defRPr>
      </a:lvl7pPr>
      <a:lvl8pPr marL="1455542">
        <a:defRPr>
          <a:latin typeface="+mn-lt"/>
          <a:ea typeface="+mn-ea"/>
          <a:cs typeface="+mn-cs"/>
        </a:defRPr>
      </a:lvl8pPr>
      <a:lvl9pPr marL="166347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07935">
        <a:defRPr>
          <a:latin typeface="+mn-lt"/>
          <a:ea typeface="+mn-ea"/>
          <a:cs typeface="+mn-cs"/>
        </a:defRPr>
      </a:lvl2pPr>
      <a:lvl3pPr marL="415869">
        <a:defRPr>
          <a:latin typeface="+mn-lt"/>
          <a:ea typeface="+mn-ea"/>
          <a:cs typeface="+mn-cs"/>
        </a:defRPr>
      </a:lvl3pPr>
      <a:lvl4pPr marL="623804">
        <a:defRPr>
          <a:latin typeface="+mn-lt"/>
          <a:ea typeface="+mn-ea"/>
          <a:cs typeface="+mn-cs"/>
        </a:defRPr>
      </a:lvl4pPr>
      <a:lvl5pPr marL="831738">
        <a:defRPr>
          <a:latin typeface="+mn-lt"/>
          <a:ea typeface="+mn-ea"/>
          <a:cs typeface="+mn-cs"/>
        </a:defRPr>
      </a:lvl5pPr>
      <a:lvl6pPr marL="1039673">
        <a:defRPr>
          <a:latin typeface="+mn-lt"/>
          <a:ea typeface="+mn-ea"/>
          <a:cs typeface="+mn-cs"/>
        </a:defRPr>
      </a:lvl6pPr>
      <a:lvl7pPr marL="1247607">
        <a:defRPr>
          <a:latin typeface="+mn-lt"/>
          <a:ea typeface="+mn-ea"/>
          <a:cs typeface="+mn-cs"/>
        </a:defRPr>
      </a:lvl7pPr>
      <a:lvl8pPr marL="1455542">
        <a:defRPr>
          <a:latin typeface="+mn-lt"/>
          <a:ea typeface="+mn-ea"/>
          <a:cs typeface="+mn-cs"/>
        </a:defRPr>
      </a:lvl8pPr>
      <a:lvl9pPr marL="1663476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87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03" r:id="rId5"/>
    <p:sldLayoutId id="2147484004" r:id="rId6"/>
    <p:sldLayoutId id="2147484005" r:id="rId7"/>
    <p:sldLayoutId id="2147484006" r:id="rId8"/>
    <p:sldLayoutId id="2147484080" r:id="rId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C2FA907-52EA-33F1-9FC5-1CCF491DE1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0056174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73" imgH="473" progId="TCLayout.ActiveDocument.1">
                  <p:embed/>
                </p:oleObj>
              </mc:Choice>
              <mc:Fallback>
                <p:oleObj name="think-cell Slide" r:id="rId17" imgW="473" imgH="473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2FA907-52EA-33F1-9FC5-1CCF491DE1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3F29699-8C27-9A8E-F5B4-6C1D2216B504}"/>
              </a:ext>
            </a:extLst>
          </p:cNvPr>
          <p:cNvSpPr/>
          <p:nvPr userDrawn="1"/>
        </p:nvSpPr>
        <p:spPr>
          <a:xfrm>
            <a:off x="424553" y="1036706"/>
            <a:ext cx="8310313" cy="3621093"/>
          </a:xfrm>
          <a:prstGeom prst="rect">
            <a:avLst/>
          </a:prstGeom>
          <a:solidFill>
            <a:schemeClr val="bg1">
              <a:alpha val="4987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1FCD3F-9744-AA7F-A4CF-A85F1DFA20E3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37">
            <a:extLst>
              <a:ext uri="{FF2B5EF4-FFF2-40B4-BE49-F238E27FC236}">
                <a16:creationId xmlns:a16="http://schemas.microsoft.com/office/drawing/2014/main" id="{3252C52D-40B7-E7C9-1D57-6EC988C3C3A7}"/>
              </a:ext>
            </a:extLst>
          </p:cNvPr>
          <p:cNvSpPr txBox="1"/>
          <p:nvPr userDrawn="1"/>
        </p:nvSpPr>
        <p:spPr>
          <a:xfrm>
            <a:off x="8374682" y="4786131"/>
            <a:ext cx="394210" cy="175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fld id="{4FC69F23-2E07-414A-8684-A0744552B4DF}" type="slidenum">
              <a:rPr lang="en-GB" sz="700" spc="5">
                <a:solidFill>
                  <a:srgbClr val="6300FF"/>
                </a:solidFill>
                <a:latin typeface="Arial"/>
                <a:cs typeface="Arial"/>
              </a:rPr>
              <a:pPr marL="5776" algn="r">
                <a:lnSpc>
                  <a:spcPts val="1616"/>
                </a:lnSpc>
              </a:pPr>
              <a:t>‹#›</a:t>
            </a:fld>
            <a:endParaRPr sz="700">
              <a:solidFill>
                <a:srgbClr val="6300FF"/>
              </a:solidFill>
              <a:latin typeface="Arial"/>
              <a:cs typeface="Arial"/>
            </a:endParaRP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C676C2DF-A625-E666-16D7-3C989681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49" y="274638"/>
            <a:ext cx="7825174" cy="274637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5961549-2AC6-4893-028C-D082399F2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C39F83-61EC-2113-42BE-D68ACD35BD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/>
          <a:srcRect r="53056"/>
          <a:stretch/>
        </p:blipFill>
        <p:spPr>
          <a:xfrm>
            <a:off x="8569318" y="271729"/>
            <a:ext cx="238132" cy="27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30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966" r:id="rId2"/>
    <p:sldLayoutId id="2147483998" r:id="rId3"/>
    <p:sldLayoutId id="2147484013" r:id="rId4"/>
    <p:sldLayoutId id="2147483999" r:id="rId5"/>
    <p:sldLayoutId id="2147484014" r:id="rId6"/>
    <p:sldLayoutId id="2147484012" r:id="rId7"/>
    <p:sldLayoutId id="2147484000" r:id="rId8"/>
    <p:sldLayoutId id="2147483885" r:id="rId9"/>
    <p:sldLayoutId id="2147483968" r:id="rId10"/>
    <p:sldLayoutId id="2147483886" r:id="rId11"/>
    <p:sldLayoutId id="2147483969" r:id="rId12"/>
    <p:sldLayoutId id="2147484016" r:id="rId13"/>
    <p:sldLayoutId id="2147483890" r:id="rId1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rgbClr val="253746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17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orient="horz" pos="162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7FD89EA-6F54-2425-5547-1438A3D422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25795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73" imgH="473" progId="TCLayout.ActiveDocument.1">
                  <p:embed/>
                </p:oleObj>
              </mc:Choice>
              <mc:Fallback>
                <p:oleObj name="think-cell Slide" r:id="rId23" imgW="473" imgH="47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FD89EA-6F54-2425-5547-1438A3D422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C676C2DF-A625-E666-16D7-3C989681F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49" y="274638"/>
            <a:ext cx="7825174" cy="274637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object 37">
            <a:extLst>
              <a:ext uri="{FF2B5EF4-FFF2-40B4-BE49-F238E27FC236}">
                <a16:creationId xmlns:a16="http://schemas.microsoft.com/office/drawing/2014/main" id="{C195C401-8432-36F3-F93D-5D718FD0205E}"/>
              </a:ext>
            </a:extLst>
          </p:cNvPr>
          <p:cNvSpPr txBox="1"/>
          <p:nvPr userDrawn="1"/>
        </p:nvSpPr>
        <p:spPr>
          <a:xfrm>
            <a:off x="8374682" y="4786131"/>
            <a:ext cx="394210" cy="175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6" algn="r">
              <a:lnSpc>
                <a:spcPts val="1616"/>
              </a:lnSpc>
            </a:pPr>
            <a:fld id="{4FC69F23-2E07-414A-8684-A0744552B4DF}" type="slidenum">
              <a:rPr lang="en-GB" sz="728" spc="5">
                <a:solidFill>
                  <a:srgbClr val="6300FF"/>
                </a:solidFill>
                <a:latin typeface="Arial"/>
                <a:cs typeface="Arial"/>
              </a:rPr>
              <a:pPr marL="5776" algn="r">
                <a:lnSpc>
                  <a:spcPts val="1616"/>
                </a:lnSpc>
              </a:pPr>
              <a:t>‹#›</a:t>
            </a:fld>
            <a:endParaRPr sz="728">
              <a:solidFill>
                <a:srgbClr val="6300FF"/>
              </a:solidFill>
              <a:latin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868AA8-FFFC-32FE-AD03-55B3370984D6}"/>
              </a:ext>
            </a:extLst>
          </p:cNvPr>
          <p:cNvSpPr/>
          <p:nvPr userDrawn="1"/>
        </p:nvSpPr>
        <p:spPr>
          <a:xfrm>
            <a:off x="418057" y="761203"/>
            <a:ext cx="8310313" cy="4011560"/>
          </a:xfrm>
          <a:prstGeom prst="rect">
            <a:avLst/>
          </a:prstGeom>
          <a:solidFill>
            <a:schemeClr val="bg1">
              <a:alpha val="712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C99AA86-0D00-29E4-D877-B67971507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800" y="4627411"/>
            <a:ext cx="6237837" cy="135480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lang="en-US"/>
              <a:t>ISABE 2026  |  Youssef, Pieyre &amp; Jhinaoui  |  Technology Innovation Institute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2ADED-DDE0-B14F-7D8D-330A597F1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r="53056"/>
          <a:stretch/>
        </p:blipFill>
        <p:spPr>
          <a:xfrm>
            <a:off x="8515959" y="210454"/>
            <a:ext cx="325312" cy="38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2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80" r:id="rId2"/>
    <p:sldLayoutId id="2147483945" r:id="rId3"/>
    <p:sldLayoutId id="2147483981" r:id="rId4"/>
    <p:sldLayoutId id="2147483912" r:id="rId5"/>
    <p:sldLayoutId id="2147483982" r:id="rId6"/>
    <p:sldLayoutId id="2147483946" r:id="rId7"/>
    <p:sldLayoutId id="2147483983" r:id="rId8"/>
    <p:sldLayoutId id="2147483913" r:id="rId9"/>
    <p:sldLayoutId id="2147483984" r:id="rId10"/>
    <p:sldLayoutId id="2147483947" r:id="rId11"/>
    <p:sldLayoutId id="2147483985" r:id="rId12"/>
    <p:sldLayoutId id="2147483914" r:id="rId13"/>
    <p:sldLayoutId id="2147483986" r:id="rId14"/>
    <p:sldLayoutId id="2147483948" r:id="rId15"/>
    <p:sldLayoutId id="2147483987" r:id="rId16"/>
    <p:sldLayoutId id="2147483915" r:id="rId17"/>
    <p:sldLayoutId id="2147483988" r:id="rId18"/>
    <p:sldLayoutId id="2147483949" r:id="rId19"/>
    <p:sldLayoutId id="2147483989" r:id="rId2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rgbClr val="253746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3.emf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5.emf"/><Relationship Id="rId5" Type="http://schemas.openxmlformats.org/officeDocument/2006/relationships/image" Target="../media/image2.emf"/><Relationship Id="rId4" Type="http://schemas.openxmlformats.org/officeDocument/2006/relationships/image" Target="../media/image14.emf"/><Relationship Id="rId9" Type="http://schemas.openxmlformats.org/officeDocument/2006/relationships/image" Target="../media/image1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Relationship Id="rId4" Type="http://schemas.openxmlformats.org/officeDocument/2006/relationships/chart" Target="../charts/char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11C9454-7278-E6F4-64BF-34B23530AFFE}"/>
              </a:ext>
            </a:extLst>
          </p:cNvPr>
          <p:cNvSpPr txBox="1">
            <a:spLocks/>
          </p:cNvSpPr>
          <p:nvPr/>
        </p:nvSpPr>
        <p:spPr>
          <a:xfrm>
            <a:off x="358772" y="2157399"/>
            <a:ext cx="8224614" cy="94499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sz="2400" b="1">
                <a:solidFill>
                  <a:srgbClr val="25374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defTabSz="914400">
              <a:lnSpc>
                <a:spcPct val="150000"/>
              </a:lnSpc>
              <a:spcBef>
                <a:spcPts val="215"/>
              </a:spcBef>
            </a:pPr>
            <a:r>
              <a:rPr lang="en-US" sz="20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"/>
              </a:rPr>
              <a:t>Compressor Performance Map Prediction using Machine Learning Algorithms: A multi-map training approach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D6065B-667D-F1ED-5231-92C52505C132}"/>
              </a:ext>
            </a:extLst>
          </p:cNvPr>
          <p:cNvSpPr txBox="1"/>
          <p:nvPr/>
        </p:nvSpPr>
        <p:spPr>
          <a:xfrm>
            <a:off x="358773" y="3247530"/>
            <a:ext cx="4643533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1" u="sng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Heba Youssef</a:t>
            </a:r>
            <a:r>
              <a:rPr kumimoji="0" lang="en-US" sz="120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, Amanda </a:t>
            </a:r>
            <a:r>
              <a:rPr kumimoji="0" lang="en-US" sz="120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Pieyre</a:t>
            </a:r>
            <a:r>
              <a:rPr kumimoji="0" lang="en-US" sz="120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, and Ahmed </a:t>
            </a:r>
            <a:r>
              <a:rPr kumimoji="0" lang="en-US" sz="120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Jhinaoui</a:t>
            </a:r>
            <a:endParaRPr kumimoji="0" lang="en-US" sz="120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02462393-39D9-A976-16F3-98F06A19DA35}"/>
              </a:ext>
            </a:extLst>
          </p:cNvPr>
          <p:cNvSpPr/>
          <p:nvPr/>
        </p:nvSpPr>
        <p:spPr>
          <a:xfrm>
            <a:off x="358774" y="1895970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2B7DA8AC-7DDE-345A-1AE2-EFAB8B70D832}"/>
              </a:ext>
            </a:extLst>
          </p:cNvPr>
          <p:cNvSpPr/>
          <p:nvPr/>
        </p:nvSpPr>
        <p:spPr>
          <a:xfrm>
            <a:off x="358774" y="3744964"/>
            <a:ext cx="8353426" cy="0"/>
          </a:xfrm>
          <a:prstGeom prst="line">
            <a:avLst/>
          </a:prstGeom>
          <a:ln w="127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endParaRPr lang="en-AE">
              <a:latin typeface="Helvetica LT Pro" panose="020B05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72086-3552-116E-AA36-4EF6742EBDB1}"/>
              </a:ext>
            </a:extLst>
          </p:cNvPr>
          <p:cNvSpPr txBox="1"/>
          <p:nvPr/>
        </p:nvSpPr>
        <p:spPr>
          <a:xfrm>
            <a:off x="358772" y="3771392"/>
            <a:ext cx="7772400" cy="3565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1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Propulsion and Space Research Center, Technology Innovation Institute, Abu Dhabi, UAE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84AB1E-24F3-EB5A-48BD-B06C6658C466}"/>
              </a:ext>
            </a:extLst>
          </p:cNvPr>
          <p:cNvSpPr txBox="1"/>
          <p:nvPr/>
        </p:nvSpPr>
        <p:spPr>
          <a:xfrm>
            <a:off x="3165231" y="2101362"/>
            <a:ext cx="184731" cy="218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7B5D6B-3ED9-CDAB-2B9A-423F3A6153B8}"/>
              </a:ext>
            </a:extLst>
          </p:cNvPr>
          <p:cNvSpPr txBox="1"/>
          <p:nvPr/>
        </p:nvSpPr>
        <p:spPr>
          <a:xfrm>
            <a:off x="5208494" y="2411506"/>
            <a:ext cx="184731" cy="218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74E7691-43BF-E90C-58EF-ED381CCDEA0C}"/>
              </a:ext>
            </a:extLst>
          </p:cNvPr>
          <p:cNvSpPr txBox="1">
            <a:spLocks/>
          </p:cNvSpPr>
          <p:nvPr/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defPPr>
              <a:defRPr lang="en-AE"/>
            </a:defPPr>
            <a:lvl1pPr marL="0" algn="l" defTabSz="415869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935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869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804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738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9673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607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5542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3476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  <a:endParaRPr lang="en-US" sz="800" dirty="0">
              <a:solidFill>
                <a:srgbClr val="77797C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1026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 dirty="0">
                <a:solidFill>
                  <a:srgbClr val="253746"/>
                </a:solidFill>
                <a:latin typeface="Arial"/>
              </a:rPr>
              <a:t>About us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 dirty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pic>
        <p:nvPicPr>
          <p:cNvPr id="4" name="Picture 3" descr="image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7049" y="989380"/>
            <a:ext cx="1309420" cy="4901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157276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77797C"/>
                </a:solidFill>
                <a:latin typeface="Arial"/>
              </a:rPr>
              <a:t>Advanced Technology Research Council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1828800"/>
            <a:ext cx="0" cy="137160"/>
          </a:xfrm>
          <a:prstGeom prst="line">
            <a:avLst/>
          </a:prstGeom>
          <a:ln w="15875">
            <a:solidFill>
              <a:srgbClr val="B5B7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60120" y="1965960"/>
            <a:ext cx="3383280" cy="0"/>
          </a:xfrm>
          <a:prstGeom prst="line">
            <a:avLst/>
          </a:prstGeom>
          <a:ln w="15875">
            <a:solidFill>
              <a:srgbClr val="B5B7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0120" y="1965960"/>
            <a:ext cx="0" cy="137160"/>
          </a:xfrm>
          <a:prstGeom prst="line">
            <a:avLst/>
          </a:prstGeom>
          <a:ln w="15875">
            <a:solidFill>
              <a:srgbClr val="B5B7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mage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12" y="2316358"/>
            <a:ext cx="901415" cy="1587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" y="2724912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253746"/>
                </a:solidFill>
                <a:latin typeface="Arial"/>
              </a:rPr>
              <a:t>Business development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1965960"/>
            <a:ext cx="0" cy="137160"/>
          </a:xfrm>
          <a:prstGeom prst="line">
            <a:avLst/>
          </a:prstGeom>
          <a:ln w="15875">
            <a:solidFill>
              <a:srgbClr val="B5B7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778508" y="2112264"/>
            <a:ext cx="1746501" cy="877819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2421" y="2180935"/>
            <a:ext cx="816376" cy="4478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78508" y="2740132"/>
            <a:ext cx="173735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050" b="1" i="0">
                <a:solidFill>
                  <a:srgbClr val="6400FF"/>
                </a:solidFill>
                <a:latin typeface="Arial"/>
              </a:rPr>
              <a:t>Research &amp; development</a:t>
            </a:r>
            <a:endParaRPr sz="1050" b="1" i="0">
              <a:solidFill>
                <a:srgbClr val="6400FF"/>
              </a:solidFill>
              <a:latin typeface="Arial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343400" y="1965960"/>
            <a:ext cx="0" cy="137160"/>
          </a:xfrm>
          <a:prstGeom prst="line">
            <a:avLst/>
          </a:prstGeom>
          <a:ln w="15875">
            <a:solidFill>
              <a:srgbClr val="B5B7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image.em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475" y="2320424"/>
            <a:ext cx="899769" cy="32369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66160" y="2724912"/>
            <a:ext cx="15544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253746"/>
                </a:solidFill>
                <a:latin typeface="Arial"/>
              </a:rPr>
              <a:t>Commercialization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154680"/>
            <a:ext cx="4572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253746"/>
                </a:solidFill>
                <a:latin typeface="Arial"/>
              </a:rPr>
              <a:t>TII: </a:t>
            </a:r>
            <a:r>
              <a:rPr lang="en-US" sz="1300" b="1" i="0" dirty="0">
                <a:solidFill>
                  <a:srgbClr val="253746"/>
                </a:solidFill>
                <a:latin typeface="Arial"/>
              </a:rPr>
              <a:t>9</a:t>
            </a:r>
            <a:r>
              <a:rPr sz="1300" b="1" i="0" dirty="0">
                <a:solidFill>
                  <a:srgbClr val="253746"/>
                </a:solidFill>
                <a:latin typeface="Arial"/>
              </a:rPr>
              <a:t> research centers</a:t>
            </a:r>
            <a:r>
              <a:rPr lang="en-US" sz="1300" b="1" i="0" dirty="0">
                <a:solidFill>
                  <a:srgbClr val="253746"/>
                </a:solidFill>
                <a:latin typeface="Arial"/>
              </a:rPr>
              <a:t>, +</a:t>
            </a:r>
            <a:r>
              <a:rPr lang="en-US" sz="1300" b="1" i="0">
                <a:solidFill>
                  <a:srgbClr val="253746"/>
                </a:solidFill>
                <a:latin typeface="Arial"/>
              </a:rPr>
              <a:t>1100 employees</a:t>
            </a:r>
            <a:endParaRPr sz="1300" b="1" i="0" dirty="0">
              <a:solidFill>
                <a:srgbClr val="253746"/>
              </a:solidFill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3474720"/>
            <a:ext cx="1499616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253746"/>
                </a:solidFill>
                <a:latin typeface="Arial"/>
              </a:rPr>
              <a:t>Advanced Materials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38528" y="3474720"/>
            <a:ext cx="1499616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253746"/>
                </a:solidFill>
                <a:latin typeface="Arial"/>
              </a:rPr>
              <a:t>AI and Digital Science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1296" y="3474720"/>
            <a:ext cx="1499616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253746"/>
                </a:solidFill>
                <a:latin typeface="Arial"/>
              </a:rPr>
              <a:t>Autonomous Robotics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58768"/>
            <a:ext cx="1499616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253746"/>
                </a:solidFill>
                <a:latin typeface="Arial"/>
              </a:rPr>
              <a:t>Cryptography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8528" y="3858768"/>
            <a:ext cx="1499616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253746"/>
                </a:solidFill>
                <a:latin typeface="Arial"/>
              </a:rPr>
              <a:t>Directed Energy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11296" y="3858768"/>
            <a:ext cx="1499616" cy="329184"/>
          </a:xfrm>
          <a:prstGeom prst="rect">
            <a:avLst/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Propulsion and Space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42816"/>
            <a:ext cx="1499616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253746"/>
                </a:solidFill>
                <a:latin typeface="Arial"/>
              </a:rPr>
              <a:t>Quantum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4242816"/>
            <a:ext cx="1499616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0" i="0">
                <a:solidFill>
                  <a:srgbClr val="253746"/>
                </a:solidFill>
                <a:latin typeface="Arial"/>
              </a:rPr>
              <a:t>Renewable and Sustainable Energy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11296" y="4242816"/>
            <a:ext cx="1499616" cy="329184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253746"/>
                </a:solidFill>
                <a:latin typeface="Arial"/>
              </a:rPr>
              <a:t>Secure Systems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57800" y="1051560"/>
            <a:ext cx="0" cy="3520440"/>
          </a:xfrm>
          <a:prstGeom prst="line">
            <a:avLst/>
          </a:prstGeom>
          <a:ln w="12700">
            <a:solidFill>
              <a:srgbClr val="D9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532120" y="1097280"/>
            <a:ext cx="868680" cy="86868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 sz="900" b="0" i="0">
              <a:solidFill>
                <a:srgbClr val="B5B7BB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11887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53746"/>
                </a:solidFill>
                <a:latin typeface="Arial"/>
              </a:rPr>
              <a:t>Heba Youssef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48132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7797C"/>
                </a:solidFill>
                <a:latin typeface="Arial"/>
              </a:rPr>
              <a:t>Researcher
Jet Engine Digital Twins</a:t>
            </a:r>
          </a:p>
        </p:txBody>
      </p:sp>
      <p:sp>
        <p:nvSpPr>
          <p:cNvPr id="32" name="Oval 31"/>
          <p:cNvSpPr/>
          <p:nvPr/>
        </p:nvSpPr>
        <p:spPr>
          <a:xfrm>
            <a:off x="5532120" y="2267712"/>
            <a:ext cx="868680" cy="868680"/>
          </a:xfrm>
          <a:prstGeom prst="ellipse">
            <a:avLst/>
          </a:prstGeom>
          <a:blipFill>
            <a:blip r:embed="rId8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 sz="900" b="0" i="0">
              <a:solidFill>
                <a:srgbClr val="B5B7BB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23591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53746"/>
                </a:solidFill>
                <a:latin typeface="Arial"/>
              </a:rPr>
              <a:t>Amanda Pieyre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6517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7797C"/>
                </a:solidFill>
                <a:latin typeface="Arial"/>
              </a:rPr>
              <a:t>Lead Researcher
Engine Performance</a:t>
            </a:r>
          </a:p>
        </p:txBody>
      </p:sp>
      <p:sp>
        <p:nvSpPr>
          <p:cNvPr id="35" name="Oval 34"/>
          <p:cNvSpPr/>
          <p:nvPr/>
        </p:nvSpPr>
        <p:spPr>
          <a:xfrm>
            <a:off x="5532120" y="3438144"/>
            <a:ext cx="868680" cy="868680"/>
          </a:xfrm>
          <a:prstGeom prst="ellipse">
            <a:avLst/>
          </a:prstGeom>
          <a:blipFill>
            <a:blip r:embed="rId9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endParaRPr sz="900" b="0" i="0">
              <a:solidFill>
                <a:srgbClr val="B5B7BB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35295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53746"/>
                </a:solidFill>
                <a:latin typeface="Arial"/>
              </a:rPr>
              <a:t>Ahmed Jhinaoui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822191"/>
            <a:ext cx="21945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7797C"/>
                </a:solidFill>
                <a:latin typeface="Arial"/>
              </a:rPr>
              <a:t>Lead Data Scientist</a:t>
            </a:r>
            <a:endParaRPr lang="en-US" sz="1100" b="0" i="0">
              <a:solidFill>
                <a:srgbClr val="77797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lang="en-AE" sz="1100">
                <a:solidFill>
                  <a:srgbClr val="77797C"/>
                </a:solidFill>
                <a:latin typeface="Arial"/>
              </a:rPr>
              <a:t>Digital Engineering</a:t>
            </a:r>
            <a:endParaRPr sz="1100" b="0" i="0">
              <a:solidFill>
                <a:srgbClr val="77797C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 animBg="1"/>
      <p:bldP spid="14" grpId="0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 dirty="0">
                <a:solidFill>
                  <a:srgbClr val="253746"/>
                </a:solidFill>
                <a:latin typeface="Arial"/>
              </a:rPr>
              <a:t>Compressor maps are key for performance modelling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 dirty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pic>
        <p:nvPicPr>
          <p:cNvPr id="4" name="Picture 3" descr="compressor_map_ori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20387"/>
            <a:ext cx="5486400" cy="34913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097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400FF"/>
                </a:solidFill>
                <a:latin typeface="Arial"/>
              </a:rPr>
              <a:t>Needed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44752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400"/>
              </a:spcAft>
              <a:buClr>
                <a:srgbClr val="6400FF"/>
              </a:buClr>
              <a:buFont typeface="Arial"/>
              <a:buChar char="•"/>
            </a:pPr>
            <a:r>
              <a:rPr sz="1500" b="0" i="0" dirty="0">
                <a:solidFill>
                  <a:srgbClr val="253746"/>
                </a:solidFill>
                <a:latin typeface="Arial"/>
              </a:rPr>
              <a:t>Off-design performance</a:t>
            </a:r>
          </a:p>
          <a:p>
            <a:pPr marL="182880" indent="-182880" algn="l">
              <a:spcAft>
                <a:spcPts val="400"/>
              </a:spcAft>
              <a:buClr>
                <a:srgbClr val="6400FF"/>
              </a:buClr>
              <a:buFont typeface="Arial"/>
              <a:buChar char="•"/>
            </a:pPr>
            <a:r>
              <a:rPr sz="1500" b="0" i="0" dirty="0">
                <a:solidFill>
                  <a:srgbClr val="253746"/>
                </a:solidFill>
                <a:latin typeface="Arial"/>
              </a:rPr>
              <a:t>Transient simulation</a:t>
            </a:r>
          </a:p>
          <a:p>
            <a:pPr marL="182880" indent="-182880" algn="l">
              <a:spcAft>
                <a:spcPts val="400"/>
              </a:spcAft>
              <a:buClr>
                <a:srgbClr val="6400FF"/>
              </a:buClr>
              <a:buFont typeface="Arial"/>
              <a:buChar char="•"/>
            </a:pPr>
            <a:r>
              <a:rPr sz="1500" b="0" i="0" dirty="0">
                <a:solidFill>
                  <a:srgbClr val="253746"/>
                </a:solidFill>
                <a:latin typeface="Arial"/>
              </a:rPr>
              <a:t>Control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743200"/>
            <a:ext cx="27432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400FF"/>
                </a:solidFill>
                <a:latin typeface="Arial"/>
              </a:rPr>
              <a:t>But</a:t>
            </a:r>
            <a:r>
              <a:rPr lang="en-US" sz="1500" b="1" i="0">
                <a:solidFill>
                  <a:srgbClr val="6400FF"/>
                </a:solidFill>
                <a:latin typeface="Arial"/>
              </a:rPr>
              <a:t> are</a:t>
            </a:r>
            <a:r>
              <a:rPr sz="1500" b="1" i="0">
                <a:solidFill>
                  <a:srgbClr val="6400FF"/>
                </a:solidFill>
                <a:latin typeface="Arial"/>
              </a:rPr>
              <a:t> rarely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3090672"/>
            <a:ext cx="2743200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400"/>
              </a:spcAft>
              <a:buClr>
                <a:srgbClr val="6400FF"/>
              </a:buClr>
              <a:buFont typeface="Arial"/>
              <a:buChar char="•"/>
            </a:pPr>
            <a:r>
              <a:rPr lang="en-US" sz="1500" dirty="0">
                <a:solidFill>
                  <a:srgbClr val="253746"/>
                </a:solidFill>
              </a:rPr>
              <a:t>Full maps are proprietary</a:t>
            </a:r>
            <a:endParaRPr lang="en-US" sz="1500" b="0" i="0" dirty="0">
              <a:solidFill>
                <a:srgbClr val="253746"/>
              </a:solidFill>
              <a:latin typeface="Arial"/>
            </a:endParaRPr>
          </a:p>
          <a:p>
            <a:pPr marL="182880" indent="-182880" algn="l">
              <a:spcAft>
                <a:spcPts val="400"/>
              </a:spcAft>
              <a:buClr>
                <a:srgbClr val="6400FF"/>
              </a:buClr>
              <a:buFont typeface="Arial"/>
              <a:buChar char="•"/>
            </a:pPr>
            <a:r>
              <a:rPr sz="1500" b="0" i="0" dirty="0">
                <a:solidFill>
                  <a:srgbClr val="253746"/>
                </a:solidFill>
                <a:latin typeface="Arial"/>
              </a:rPr>
              <a:t>Rig tests and CFD are costly</a:t>
            </a:r>
          </a:p>
          <a:p>
            <a:pPr marL="182880" indent="-182880" algn="l">
              <a:spcAft>
                <a:spcPts val="400"/>
              </a:spcAft>
              <a:buClr>
                <a:srgbClr val="6400FF"/>
              </a:buClr>
              <a:buFont typeface="Arial"/>
              <a:buChar char="•"/>
            </a:pPr>
            <a:r>
              <a:rPr sz="1500" b="0" i="0" dirty="0">
                <a:solidFill>
                  <a:srgbClr val="253746"/>
                </a:solidFill>
                <a:latin typeface="Arial"/>
              </a:rPr>
              <a:t>Sparse data near surge and choke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ounded Rectangle 117"/>
          <p:cNvSpPr/>
          <p:nvPr/>
        </p:nvSpPr>
        <p:spPr>
          <a:xfrm>
            <a:off x="2880360" y="2724912"/>
            <a:ext cx="4224528" cy="1572768"/>
          </a:xfrm>
          <a:prstGeom prst="roundRect">
            <a:avLst>
              <a:gd name="adj" fmla="val 8000"/>
            </a:avLst>
          </a:prstGeom>
          <a:solidFill>
            <a:srgbClr val="F8F6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59" y="288492"/>
            <a:ext cx="7825174" cy="274637"/>
          </a:xfrm>
        </p:spPr>
        <p:txBody>
          <a:bodyPr/>
          <a:lstStyle/>
          <a:p>
            <a:r>
              <a:rPr sz="2200" b="1" i="0" dirty="0">
                <a:solidFill>
                  <a:srgbClr val="253746"/>
                </a:solidFill>
                <a:latin typeface="Arial"/>
              </a:rPr>
              <a:t>What this work adds: a configurable framework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 dirty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87552"/>
            <a:ext cx="8412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300" b="1" dirty="0">
                <a:solidFill>
                  <a:srgbClr val="77797C"/>
                </a:solidFill>
                <a:latin typeface="Arial"/>
              </a:rPr>
              <a:t>Prediction using Machine Learning</a:t>
            </a:r>
            <a:r>
              <a:rPr sz="1300" b="1" i="0" dirty="0">
                <a:solidFill>
                  <a:srgbClr val="B5B7BB"/>
                </a:solidFill>
                <a:latin typeface="Arial"/>
              </a:rPr>
              <a:t>   [1–5]</a:t>
            </a:r>
            <a:endParaRPr sz="1300" b="1" i="0" dirty="0">
              <a:solidFill>
                <a:srgbClr val="77797C"/>
              </a:solidFill>
              <a:latin typeface="Arial"/>
            </a:endParaRPr>
          </a:p>
        </p:txBody>
      </p:sp>
      <p:pic>
        <p:nvPicPr>
          <p:cNvPr id="5" name="Picture 4" descr="k_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39" y="1187607"/>
            <a:ext cx="1280160" cy="914400"/>
          </a:xfrm>
          <a:prstGeom prst="rect">
            <a:avLst/>
          </a:prstGeom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2990088" y="1221713"/>
            <a:ext cx="3877056" cy="843713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300" b="1" i="0" dirty="0">
                <a:solidFill>
                  <a:srgbClr val="77797C"/>
                </a:solidFill>
                <a:latin typeface="Arial"/>
              </a:rPr>
              <a:t>One fixed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444751"/>
            <a:ext cx="128016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rgbClr val="77797C"/>
                </a:solidFill>
                <a:latin typeface="Arial"/>
              </a:rPr>
              <a:t>Prediction for that map only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2377440"/>
            <a:ext cx="8430768" cy="0"/>
          </a:xfrm>
          <a:prstGeom prst="line">
            <a:avLst/>
          </a:prstGeom>
          <a:ln w="12700">
            <a:solidFill>
              <a:srgbClr val="D9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24688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6400FF"/>
                </a:solidFill>
                <a:latin typeface="Arial"/>
              </a:rPr>
              <a:t>This work: configurable framework</a:t>
            </a:r>
          </a:p>
        </p:txBody>
      </p:sp>
      <p:pic>
        <p:nvPicPr>
          <p:cNvPr id="12" name="Picture 11" descr="k_sup_Rad1k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49" y="3014908"/>
            <a:ext cx="685800" cy="489857"/>
          </a:xfrm>
          <a:prstGeom prst="rect">
            <a:avLst/>
          </a:prstGeom>
        </p:spPr>
      </p:pic>
      <p:pic>
        <p:nvPicPr>
          <p:cNvPr id="13" name="Picture 12" descr="k_sup_ASME-94-GT-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014908"/>
            <a:ext cx="685800" cy="489857"/>
          </a:xfrm>
          <a:prstGeom prst="rect">
            <a:avLst/>
          </a:prstGeom>
        </p:spPr>
      </p:pic>
      <p:pic>
        <p:nvPicPr>
          <p:cNvPr id="14" name="Picture 13" descr="k_sup_Pep82r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1660" y="3001191"/>
            <a:ext cx="685800" cy="489857"/>
          </a:xfrm>
          <a:prstGeom prst="rect">
            <a:avLst/>
          </a:prstGeom>
        </p:spPr>
      </p:pic>
      <p:pic>
        <p:nvPicPr>
          <p:cNvPr id="15" name="Picture 14" descr="k_tgt_hidd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174" y="3717596"/>
            <a:ext cx="1289140" cy="920813"/>
          </a:xfrm>
          <a:prstGeom prst="rect">
            <a:avLst/>
          </a:prstGeom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365760" y="2788920"/>
            <a:ext cx="2194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0" i="0" dirty="0">
                <a:solidFill>
                  <a:srgbClr val="77797C"/>
                </a:solidFill>
                <a:latin typeface="Arial"/>
              </a:rPr>
              <a:t>S</a:t>
            </a:r>
            <a:r>
              <a:rPr sz="1000" b="0" i="0" dirty="0">
                <a:solidFill>
                  <a:srgbClr val="77797C"/>
                </a:solidFill>
                <a:latin typeface="Arial"/>
              </a:rPr>
              <a:t>upport 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951568"/>
            <a:ext cx="868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dirty="0">
                <a:solidFill>
                  <a:srgbClr val="77797C"/>
                </a:solidFill>
                <a:latin typeface="Arial"/>
              </a:rPr>
              <a:t>Target map</a:t>
            </a:r>
            <a:endParaRPr sz="1000" dirty="0">
              <a:solidFill>
                <a:srgbClr val="77797C"/>
              </a:solidFill>
              <a:latin typeface="Arial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606040" y="3611880"/>
            <a:ext cx="274320" cy="0"/>
          </a:xfrm>
          <a:prstGeom prst="line">
            <a:avLst/>
          </a:prstGeom>
          <a:ln w="2540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71800" y="2788920"/>
            <a:ext cx="9326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 i="0" dirty="0">
                <a:solidFill>
                  <a:srgbClr val="6400FF"/>
                </a:solidFill>
                <a:latin typeface="Arial"/>
              </a:rPr>
              <a:t>Support maps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26664" y="3063240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wordArtVert"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B5B7BB"/>
                </a:solidFill>
                <a:latin typeface="Arial"/>
              </a:rPr>
              <a:t>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26664" y="3447288"/>
            <a:ext cx="822960" cy="310896"/>
          </a:xfrm>
          <a:prstGeom prst="rect">
            <a:avLst/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 nearest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26664" y="3831336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wordArtVert"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B5B7BB"/>
                </a:solidFill>
                <a:latin typeface="Arial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788920"/>
            <a:ext cx="9326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6400FF"/>
                </a:solidFill>
                <a:latin typeface="Arial"/>
              </a:rPr>
              <a:t>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32503" y="3063240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wordArtVert"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B5B7BB"/>
                </a:solidFill>
                <a:latin typeface="Arial"/>
              </a:rPr>
              <a:t>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32503" y="3447288"/>
            <a:ext cx="822960" cy="310896"/>
          </a:xfrm>
          <a:prstGeom prst="rect">
            <a:avLst/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arc length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32503" y="3831336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wordArtVert"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B5B7BB"/>
                </a:solidFill>
                <a:latin typeface="Arial"/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788920"/>
            <a:ext cx="9326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6400FF"/>
                </a:solidFill>
                <a:latin typeface="Arial"/>
              </a:rPr>
              <a:t>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38344" y="3063240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wordArtVert" wrap="square" lIns="54864" tIns="0" rIns="54864" bIns="0" rtlCol="0" anchor="ctr"/>
          <a:lstStyle/>
          <a:p>
            <a:pPr algn="ctr"/>
            <a:r>
              <a:rPr sz="900">
                <a:solidFill>
                  <a:srgbClr val="B5B7BB"/>
                </a:solidFill>
                <a:latin typeface="Arial"/>
              </a:rPr>
              <a:t>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38344" y="3447288"/>
            <a:ext cx="822960" cy="310896"/>
          </a:xfrm>
          <a:prstGeom prst="rect">
            <a:avLst/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shape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38344" y="3831336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wordArtVert"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B5B7BB"/>
                </a:solidFill>
                <a:latin typeface="Arial"/>
              </a:rPr>
              <a:t>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788920"/>
            <a:ext cx="9326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6400FF"/>
                </a:solidFill>
                <a:latin typeface="Arial"/>
              </a:rPr>
              <a:t>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44184" y="3063240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wordArtVert"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B5B7BB"/>
                </a:solidFill>
                <a:latin typeface="Arial"/>
              </a:rPr>
              <a:t>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44184" y="3447288"/>
            <a:ext cx="822960" cy="310896"/>
          </a:xfrm>
          <a:prstGeom prst="rect">
            <a:avLst/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ExtraTrees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44184" y="3831336"/>
            <a:ext cx="8229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wordArtVert" wrap="square" lIns="54864" tIns="0" rIns="54864" bIns="0" rtlCol="0" anchor="ctr"/>
          <a:lstStyle/>
          <a:p>
            <a:pPr algn="ctr"/>
            <a:r>
              <a:rPr sz="900" b="0" i="0">
                <a:solidFill>
                  <a:srgbClr val="B5B7BB"/>
                </a:solidFill>
                <a:latin typeface="Arial"/>
              </a:rPr>
              <a:t>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334256"/>
            <a:ext cx="42245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100" dirty="0">
                <a:solidFill>
                  <a:srgbClr val="253746"/>
                </a:solidFill>
                <a:latin typeface="Arial"/>
              </a:rPr>
              <a:t>Selected options from each policy</a:t>
            </a:r>
            <a:endParaRPr sz="1100" i="0" dirty="0">
              <a:solidFill>
                <a:srgbClr val="77797C"/>
              </a:solidFill>
              <a:latin typeface="Arial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040880" y="3611880"/>
            <a:ext cx="274320" cy="0"/>
          </a:xfrm>
          <a:prstGeom prst="line">
            <a:avLst/>
          </a:prstGeom>
          <a:ln w="2540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k_tgt_do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4379" y="3292493"/>
            <a:ext cx="1369771" cy="9784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02024" y="3164960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dirty="0">
                <a:solidFill>
                  <a:srgbClr val="77797C"/>
                </a:solidFill>
                <a:latin typeface="Arial"/>
              </a:rPr>
              <a:t>reconstructed target</a:t>
            </a:r>
          </a:p>
        </p:txBody>
      </p:sp>
      <p:cxnSp>
        <p:nvCxnSpPr>
          <p:cNvPr id="39" name="Connector 35">
            <a:extLst>
              <a:ext uri="{FF2B5EF4-FFF2-40B4-BE49-F238E27FC236}">
                <a16:creationId xmlns:a16="http://schemas.microsoft.com/office/drawing/2014/main" id="{27B59BA3-A32C-49F4-2815-C381EC53EC0A}"/>
              </a:ext>
            </a:extLst>
          </p:cNvPr>
          <p:cNvCxnSpPr/>
          <p:nvPr/>
        </p:nvCxnSpPr>
        <p:spPr>
          <a:xfrm>
            <a:off x="7040880" y="1652452"/>
            <a:ext cx="274320" cy="0"/>
          </a:xfrm>
          <a:prstGeom prst="line">
            <a:avLst/>
          </a:prstGeom>
          <a:ln w="2540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17">
            <a:extLst>
              <a:ext uri="{FF2B5EF4-FFF2-40B4-BE49-F238E27FC236}">
                <a16:creationId xmlns:a16="http://schemas.microsoft.com/office/drawing/2014/main" id="{53915F8C-191D-055E-7AF7-38DBDCF6158E}"/>
              </a:ext>
            </a:extLst>
          </p:cNvPr>
          <p:cNvCxnSpPr/>
          <p:nvPr/>
        </p:nvCxnSpPr>
        <p:spPr>
          <a:xfrm>
            <a:off x="2606040" y="1652452"/>
            <a:ext cx="274320" cy="0"/>
          </a:xfrm>
          <a:prstGeom prst="line">
            <a:avLst/>
          </a:prstGeom>
          <a:ln w="2540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B6E7E35-ECB7-88E3-BCFD-9041CA6CB499}"/>
              </a:ext>
            </a:extLst>
          </p:cNvPr>
          <p:cNvSpPr txBox="1"/>
          <p:nvPr/>
        </p:nvSpPr>
        <p:spPr>
          <a:xfrm>
            <a:off x="365759" y="1239235"/>
            <a:ext cx="811095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dirty="0">
                <a:solidFill>
                  <a:srgbClr val="77797C"/>
                </a:solidFill>
                <a:latin typeface="Arial"/>
              </a:rPr>
              <a:t>Single map</a:t>
            </a:r>
            <a:endParaRPr sz="1000" b="0" i="0" dirty="0">
              <a:solidFill>
                <a:srgbClr val="77797C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425DD6-910E-A2DF-C5F6-A7A4A589E67E}"/>
              </a:ext>
            </a:extLst>
          </p:cNvPr>
          <p:cNvSpPr txBox="1"/>
          <p:nvPr/>
        </p:nvSpPr>
        <p:spPr>
          <a:xfrm>
            <a:off x="786384" y="3493008"/>
            <a:ext cx="29763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 b="1" i="0" dirty="0">
                <a:solidFill>
                  <a:srgbClr val="6400FF"/>
                </a:solidFill>
                <a:latin typeface="Arial"/>
              </a:rPr>
              <a:t>+</a:t>
            </a:r>
            <a:endParaRPr sz="2400" b="1" i="0" dirty="0">
              <a:solidFill>
                <a:srgbClr val="6400FF"/>
              </a:solidFill>
              <a:latin typeface="Arial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365760" y="2084831"/>
            <a:ext cx="84124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 dirty="0">
                <a:solidFill>
                  <a:srgbClr val="77797C"/>
                </a:solidFill>
                <a:latin typeface="Arial"/>
              </a:rPr>
              <a:t>one map  ·  fills gaps between known points  ·  single output </a:t>
            </a:r>
            <a:r>
              <a:rPr sz="1100" b="0" i="0" dirty="0" err="1">
                <a:solidFill>
                  <a:srgbClr val="77797C"/>
                </a:solidFill>
                <a:latin typeface="Arial"/>
              </a:rPr>
              <a:t>R</a:t>
            </a:r>
            <a:r>
              <a:rPr sz="1100" b="0" i="0" baseline="-25000" dirty="0" err="1">
                <a:solidFill>
                  <a:srgbClr val="77797C"/>
                </a:solidFill>
                <a:latin typeface="Arial"/>
              </a:rPr>
              <a:t>c</a:t>
            </a:r>
            <a:r>
              <a:rPr sz="1100" b="0" i="0" dirty="0">
                <a:solidFill>
                  <a:srgbClr val="77797C"/>
                </a:solidFill>
                <a:latin typeface="Arial"/>
              </a:rPr>
              <a:t>, with </a:t>
            </a:r>
            <a:r>
              <a:rPr sz="1100" b="0" i="0" dirty="0" err="1">
                <a:solidFill>
                  <a:srgbClr val="77797C"/>
                </a:solidFill>
                <a:latin typeface="Arial"/>
              </a:rPr>
              <a:t>W</a:t>
            </a:r>
            <a:r>
              <a:rPr sz="1100" b="0" i="0" baseline="-25000" dirty="0" err="1">
                <a:solidFill>
                  <a:srgbClr val="77797C"/>
                </a:solidFill>
                <a:latin typeface="Arial"/>
              </a:rPr>
              <a:t>c</a:t>
            </a:r>
            <a:r>
              <a:rPr sz="1100" b="0" i="0" dirty="0">
                <a:solidFill>
                  <a:srgbClr val="77797C"/>
                </a:solidFill>
                <a:latin typeface="Arial"/>
              </a:rPr>
              <a:t> assumed known → data leakage</a:t>
            </a:r>
            <a:r>
              <a:rPr sz="1100" b="0" i="0" dirty="0">
                <a:solidFill>
                  <a:srgbClr val="6500FF"/>
                </a:solidFill>
                <a:latin typeface="Arial"/>
              </a:rPr>
              <a:t> [5]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23760" y="2789341"/>
            <a:ext cx="16916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 dirty="0">
                <a:solidFill>
                  <a:srgbClr val="253746"/>
                </a:solidFill>
                <a:latin typeface="Arial"/>
              </a:rPr>
              <a:t>multi-output: </a:t>
            </a:r>
            <a:r>
              <a:rPr sz="1000" b="1" i="0" dirty="0" err="1">
                <a:solidFill>
                  <a:srgbClr val="253746"/>
                </a:solidFill>
                <a:latin typeface="Arial"/>
              </a:rPr>
              <a:t>W</a:t>
            </a:r>
            <a:r>
              <a:rPr sz="1000" b="1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000" b="1" i="0" dirty="0">
                <a:solidFill>
                  <a:srgbClr val="253746"/>
                </a:solidFill>
                <a:latin typeface="Arial"/>
              </a:rPr>
              <a:t>, </a:t>
            </a:r>
            <a:r>
              <a:rPr sz="1000" b="1" i="0" dirty="0" err="1">
                <a:solidFill>
                  <a:srgbClr val="253746"/>
                </a:solidFill>
                <a:latin typeface="Arial"/>
              </a:rPr>
              <a:t>R</a:t>
            </a:r>
            <a:r>
              <a:rPr sz="1000" b="1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000" b="1" i="0" dirty="0">
                <a:solidFill>
                  <a:srgbClr val="253746"/>
                </a:solidFill>
                <a:latin typeface="Arial"/>
              </a:rPr>
              <a:t>, </a:t>
            </a:r>
            <a:r>
              <a:rPr sz="1000" b="1" i="0" dirty="0" err="1">
                <a:solidFill>
                  <a:srgbClr val="253746"/>
                </a:solidFill>
                <a:latin typeface="Arial"/>
              </a:rPr>
              <a:t>η</a:t>
            </a:r>
            <a:r>
              <a:rPr sz="1000" b="1" i="0" baseline="-25000" dirty="0" err="1">
                <a:solidFill>
                  <a:srgbClr val="253746"/>
                </a:solidFill>
                <a:latin typeface="Arial"/>
              </a:rPr>
              <a:t>c</a:t>
            </a:r>
            <a:endParaRPr sz="1000" b="1" i="0" baseline="-25000" dirty="0">
              <a:solidFill>
                <a:srgbClr val="253746"/>
              </a:solidFill>
              <a:latin typeface="Arial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365760" y="4599432"/>
            <a:ext cx="843076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 dirty="0">
                <a:solidFill>
                  <a:schemeClr val="bg1">
                    <a:lumMod val="50000"/>
                  </a:schemeClr>
                </a:solidFill>
                <a:latin typeface="Arial"/>
              </a:rPr>
              <a:t>[1] Ghorbanian &amp; </a:t>
            </a:r>
            <a:r>
              <a:rPr sz="800" b="0" i="0" dirty="0" err="1">
                <a:solidFill>
                  <a:schemeClr val="bg1">
                    <a:lumMod val="50000"/>
                  </a:schemeClr>
                </a:solidFill>
                <a:latin typeface="Arial"/>
              </a:rPr>
              <a:t>Gholamrezaei</a:t>
            </a:r>
            <a:r>
              <a:rPr sz="800" b="0" i="0" dirty="0">
                <a:solidFill>
                  <a:schemeClr val="bg1">
                    <a:lumMod val="50000"/>
                  </a:schemeClr>
                </a:solidFill>
                <a:latin typeface="Arial"/>
              </a:rPr>
              <a:t> 2009   [2] Yu et al. 2007   [3] Ying et al. 2020   [4] Zhong et al. 2023  </a:t>
            </a:r>
            <a:r>
              <a:rPr sz="800" b="0" i="0" dirty="0">
                <a:solidFill>
                  <a:srgbClr val="6500FF"/>
                </a:solidFill>
                <a:latin typeface="Arial"/>
              </a:rPr>
              <a:t> [5]</a:t>
            </a:r>
            <a:r>
              <a:rPr sz="800" b="0" i="0" dirty="0">
                <a:solidFill>
                  <a:schemeClr val="bg1">
                    <a:lumMod val="50000"/>
                  </a:schemeClr>
                </a:solidFill>
                <a:latin typeface="Arial"/>
              </a:rPr>
              <a:t> Ibrahim et al. 2024 (our previous work)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4" grpId="0"/>
      <p:bldP spid="7" grpId="0" animBg="1"/>
      <p:bldP spid="9" grpId="0"/>
      <p:bldP spid="11" grpId="0"/>
      <p:bldP spid="16" grpId="0"/>
      <p:bldP spid="17" grpId="0"/>
      <p:bldP spid="19" grpId="0"/>
      <p:bldP spid="20" grpId="0" animBg="1"/>
      <p:bldP spid="21" grpId="0" animBg="1"/>
      <p:bldP spid="22" grpId="0" animBg="1"/>
      <p:bldP spid="23" grpId="0"/>
      <p:bldP spid="24" grpId="0" animBg="1"/>
      <p:bldP spid="25" grpId="0" animBg="1"/>
      <p:bldP spid="26" grpId="0" animBg="1"/>
      <p:bldP spid="27" grpId="0"/>
      <p:bldP spid="28" grpId="0" animBg="1"/>
      <p:bldP spid="29" grpId="0" animBg="1"/>
      <p:bldP spid="30" grpId="0" animBg="1"/>
      <p:bldP spid="31" grpId="0"/>
      <p:bldP spid="32" grpId="0" animBg="1"/>
      <p:bldP spid="33" grpId="0" animBg="1"/>
      <p:bldP spid="34" grpId="0" animBg="1"/>
      <p:bldP spid="35" grpId="0"/>
      <p:bldP spid="38" grpId="0"/>
      <p:bldP spid="41" grpId="0"/>
      <p:bldP spid="42" grpId="0"/>
      <p:bldP spid="125" grpId="0"/>
      <p:bldP spid="126" grpId="0"/>
      <p:bldP spid="1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Seven missing-data cases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8430768" cy="178308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FC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051560"/>
            <a:ext cx="8156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400FF"/>
                </a:solidFill>
                <a:latin typeface="Arial"/>
              </a:rPr>
              <a:t>Missing speed line</a:t>
            </a:r>
          </a:p>
        </p:txBody>
      </p:sp>
      <p:pic>
        <p:nvPicPr>
          <p:cNvPr id="6" name="Picture 5" descr="cas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61872"/>
            <a:ext cx="1874519" cy="11514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431650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53746"/>
                </a:solidFill>
                <a:latin typeface="Arial"/>
              </a:rPr>
              <a:t>Intermediate</a:t>
            </a:r>
          </a:p>
        </p:txBody>
      </p:sp>
      <p:pic>
        <p:nvPicPr>
          <p:cNvPr id="8" name="Picture 7" descr="cas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261872"/>
            <a:ext cx="1874519" cy="11514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51760" y="2431650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53746"/>
                </a:solidFill>
                <a:latin typeface="Arial"/>
              </a:rPr>
              <a:t>Lower exterior</a:t>
            </a:r>
          </a:p>
        </p:txBody>
      </p:sp>
      <p:pic>
        <p:nvPicPr>
          <p:cNvPr id="10" name="Picture 9" descr="cas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79" y="1261872"/>
            <a:ext cx="1874519" cy="11514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79" y="2431650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53746"/>
                </a:solidFill>
                <a:latin typeface="Arial"/>
              </a:rPr>
              <a:t>Upper exterior</a:t>
            </a:r>
          </a:p>
        </p:txBody>
      </p:sp>
      <p:sp>
        <p:nvSpPr>
          <p:cNvPr id="12" name="Oval 11"/>
          <p:cNvSpPr/>
          <p:nvPr/>
        </p:nvSpPr>
        <p:spPr>
          <a:xfrm>
            <a:off x="6995160" y="1481328"/>
            <a:ext cx="128016" cy="128016"/>
          </a:xfrm>
          <a:prstGeom prst="ellipse">
            <a:avLst/>
          </a:prstGeom>
          <a:solidFill>
            <a:srgbClr val="B5B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14264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77797C"/>
                </a:solidFill>
                <a:latin typeface="Arial"/>
              </a:rPr>
              <a:t>visible</a:t>
            </a:r>
          </a:p>
        </p:txBody>
      </p:sp>
      <p:sp>
        <p:nvSpPr>
          <p:cNvPr id="14" name="Oval 13"/>
          <p:cNvSpPr/>
          <p:nvPr/>
        </p:nvSpPr>
        <p:spPr>
          <a:xfrm>
            <a:off x="6995160" y="1828800"/>
            <a:ext cx="128016" cy="128016"/>
          </a:xfrm>
          <a:prstGeom prst="ellipse">
            <a:avLst/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1773936"/>
            <a:ext cx="150876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77797C"/>
                </a:solidFill>
                <a:latin typeface="Arial"/>
              </a:rPr>
              <a:t>hidden: </a:t>
            </a:r>
            <a:r>
              <a:rPr lang="en-US" sz="1100" b="0" i="0">
                <a:solidFill>
                  <a:srgbClr val="77797C"/>
                </a:solidFill>
                <a:latin typeface="Arial"/>
              </a:rPr>
              <a:t>never used in training, baseline prediction, or input features creation</a:t>
            </a:r>
            <a:endParaRPr sz="1100" b="0" i="0">
              <a:solidFill>
                <a:srgbClr val="77797C"/>
              </a:solidFill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2852928"/>
            <a:ext cx="4133087" cy="173736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FC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944368"/>
            <a:ext cx="385876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300" b="1">
                <a:solidFill>
                  <a:srgbClr val="6400FF"/>
                </a:solidFill>
                <a:latin typeface="Arial"/>
              </a:rPr>
              <a:t>Missing r</a:t>
            </a:r>
            <a:r>
              <a:rPr sz="1300" b="1" i="0">
                <a:solidFill>
                  <a:srgbClr val="6400FF"/>
                </a:solidFill>
                <a:latin typeface="Arial"/>
              </a:rPr>
              <a:t>egion </a:t>
            </a:r>
            <a:r>
              <a:rPr lang="en-US" sz="1300" b="1">
                <a:solidFill>
                  <a:srgbClr val="6400FF"/>
                </a:solidFill>
                <a:latin typeface="Arial"/>
              </a:rPr>
              <a:t>of</a:t>
            </a:r>
            <a:r>
              <a:rPr sz="1300" b="1" i="0">
                <a:solidFill>
                  <a:srgbClr val="6400FF"/>
                </a:solidFill>
                <a:latin typeface="Arial"/>
              </a:rPr>
              <a:t> one speed line</a:t>
            </a:r>
          </a:p>
        </p:txBody>
      </p:sp>
      <p:pic>
        <p:nvPicPr>
          <p:cNvPr id="18" name="Picture 17" descr="cas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54680"/>
            <a:ext cx="1783079" cy="1095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426828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53746"/>
                </a:solidFill>
                <a:latin typeface="Arial"/>
              </a:rPr>
              <a:t>Choke end</a:t>
            </a:r>
          </a:p>
        </p:txBody>
      </p:sp>
      <p:pic>
        <p:nvPicPr>
          <p:cNvPr id="20" name="Picture 19" descr="cas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7168" y="3154680"/>
            <a:ext cx="1783079" cy="1095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87168" y="426828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53746"/>
                </a:solidFill>
                <a:latin typeface="Arial"/>
              </a:rPr>
              <a:t>Surge 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852928"/>
            <a:ext cx="4133087" cy="173736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FC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8031" y="2944368"/>
            <a:ext cx="385876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300" b="1">
                <a:solidFill>
                  <a:srgbClr val="6400FF"/>
                </a:solidFill>
                <a:latin typeface="Arial"/>
              </a:rPr>
              <a:t>Completely missing</a:t>
            </a:r>
            <a:r>
              <a:rPr sz="1300" b="1" i="0">
                <a:solidFill>
                  <a:srgbClr val="6400FF"/>
                </a:solidFill>
                <a:latin typeface="Arial"/>
              </a:rPr>
              <a:t> boundary region</a:t>
            </a:r>
          </a:p>
        </p:txBody>
      </p:sp>
      <p:pic>
        <p:nvPicPr>
          <p:cNvPr id="24" name="Picture 23" descr="case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154680"/>
            <a:ext cx="1783079" cy="1095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46320" y="426828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53746"/>
                </a:solidFill>
                <a:latin typeface="Arial"/>
              </a:rPr>
              <a:t>Full choke</a:t>
            </a:r>
          </a:p>
        </p:txBody>
      </p:sp>
      <p:pic>
        <p:nvPicPr>
          <p:cNvPr id="26" name="Picture 25" descr="case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3154680"/>
            <a:ext cx="1783079" cy="1095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84848" y="426828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253746"/>
                </a:solidFill>
                <a:latin typeface="Arial"/>
              </a:rPr>
              <a:t>Full surge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/>
      <p:bldP spid="9" grpId="0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9" grpId="0"/>
      <p:bldP spid="21" grpId="0"/>
      <p:bldP spid="22" grpId="0" animBg="1"/>
      <p:bldP spid="23" grpId="0"/>
      <p:bldP spid="25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 dirty="0">
                <a:solidFill>
                  <a:srgbClr val="253746"/>
                </a:solidFill>
                <a:latin typeface="Arial"/>
              </a:rPr>
              <a:t>A configurable framework: one option from each policy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84124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rgbClr val="77797C"/>
                </a:solidFill>
                <a:latin typeface="Arial"/>
              </a:rPr>
              <a:t>Selected for each missing-data case and prediction target (</a:t>
            </a:r>
            <a:r>
              <a:rPr sz="1300" b="0" i="0" dirty="0" err="1">
                <a:solidFill>
                  <a:srgbClr val="77797C"/>
                </a:solidFill>
                <a:latin typeface="Arial"/>
              </a:rPr>
              <a:t>W</a:t>
            </a:r>
            <a:r>
              <a:rPr sz="1300" b="0" i="0" baseline="-25000" dirty="0" err="1">
                <a:solidFill>
                  <a:srgbClr val="77797C"/>
                </a:solidFill>
                <a:latin typeface="Arial"/>
              </a:rPr>
              <a:t>c</a:t>
            </a:r>
            <a:r>
              <a:rPr sz="1300" b="0" i="0" dirty="0">
                <a:solidFill>
                  <a:srgbClr val="77797C"/>
                </a:solidFill>
                <a:latin typeface="Arial"/>
              </a:rPr>
              <a:t>–</a:t>
            </a:r>
            <a:r>
              <a:rPr sz="1300" b="0" i="0" dirty="0" err="1">
                <a:solidFill>
                  <a:srgbClr val="77797C"/>
                </a:solidFill>
                <a:latin typeface="Arial"/>
              </a:rPr>
              <a:t>R</a:t>
            </a:r>
            <a:r>
              <a:rPr sz="1300" b="0" i="0" baseline="-25000" dirty="0" err="1">
                <a:solidFill>
                  <a:srgbClr val="77797C"/>
                </a:solidFill>
                <a:latin typeface="Arial"/>
              </a:rPr>
              <a:t>c</a:t>
            </a:r>
            <a:r>
              <a:rPr sz="1300" b="0" i="0" dirty="0">
                <a:solidFill>
                  <a:srgbClr val="77797C"/>
                </a:solidFill>
                <a:latin typeface="Arial"/>
              </a:rPr>
              <a:t> geometry or </a:t>
            </a:r>
            <a:r>
              <a:rPr sz="1300" b="0" i="0" dirty="0" err="1">
                <a:solidFill>
                  <a:srgbClr val="77797C"/>
                </a:solidFill>
                <a:latin typeface="Arial"/>
              </a:rPr>
              <a:t>η</a:t>
            </a:r>
            <a:r>
              <a:rPr sz="1300" b="0" i="0" baseline="-25000" dirty="0" err="1">
                <a:solidFill>
                  <a:srgbClr val="77797C"/>
                </a:solidFill>
                <a:latin typeface="Arial"/>
              </a:rPr>
              <a:t>c</a:t>
            </a:r>
            <a:r>
              <a:rPr lang="en-US" sz="1300" dirty="0">
                <a:solidFill>
                  <a:srgbClr val="77797C"/>
                </a:solidFill>
                <a:latin typeface="Arial"/>
              </a:rPr>
              <a:t> </a:t>
            </a:r>
            <a:r>
              <a:rPr lang="en-US" sz="1300" b="0" i="0" dirty="0">
                <a:solidFill>
                  <a:srgbClr val="77797C"/>
                </a:solidFill>
                <a:latin typeface="Arial"/>
              </a:rPr>
              <a:t>surface)</a:t>
            </a:r>
            <a:endParaRPr sz="1300" b="0" i="0" dirty="0">
              <a:solidFill>
                <a:srgbClr val="77797C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938528" cy="3017520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 dirty="0">
                <a:solidFill>
                  <a:srgbClr val="6400FF"/>
                </a:solidFill>
                <a:latin typeface="Arial"/>
              </a:rPr>
              <a:t>Support maps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78308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Target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19456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1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60604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3 nearest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301752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5 nearest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342900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1325880"/>
            <a:ext cx="1938528" cy="3017520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32888" y="141732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6400FF"/>
                </a:solidFill>
                <a:latin typeface="Arial"/>
              </a:rPr>
              <a:t>β definition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78308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Uniform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219456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Arc length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60604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Mass-flow progress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301752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Bend anchored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342900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Endpoint 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0016" y="1325880"/>
            <a:ext cx="1938528" cy="3017520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0016" y="141732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6400FF"/>
                </a:solidFill>
                <a:latin typeface="Arial"/>
              </a:rPr>
              <a:t>Feature 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64608" y="178308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Shape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608" y="219456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Direction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4608" y="260604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Full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67144" y="1325880"/>
            <a:ext cx="1938528" cy="3017520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67144" y="141732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6400FF"/>
                </a:solidFill>
                <a:latin typeface="Arial"/>
              </a:rPr>
              <a:t>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31736" y="178308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Linear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31736" y="219456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Ridge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31736" y="260604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ExtraTrees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31736" y="301752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Random Forest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31736" y="342900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Gradient Boosting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31736" y="3840480"/>
            <a:ext cx="1609344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0" i="0">
                <a:solidFill>
                  <a:srgbClr val="253746"/>
                </a:solidFill>
                <a:latin typeface="Arial"/>
              </a:rPr>
              <a:t>GPR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144" y="438912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 dirty="0">
                <a:solidFill>
                  <a:srgbClr val="6400FF"/>
                </a:solidFill>
                <a:latin typeface="Arial"/>
              </a:rPr>
              <a:t>+ hyperparameter selection per model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Prediction workflow</a:t>
            </a:r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sp>
        <p:nvSpPr>
          <p:cNvPr id="4" name="Pentagon 3"/>
          <p:cNvSpPr/>
          <p:nvPr/>
        </p:nvSpPr>
        <p:spPr>
          <a:xfrm>
            <a:off x="365760" y="1607591"/>
            <a:ext cx="1005840" cy="731520"/>
          </a:xfrm>
          <a:prstGeom prst="homePlate">
            <a:avLst>
              <a:gd name="adj" fmla="val 30000"/>
            </a:avLst>
          </a:prstGeom>
          <a:solidFill>
            <a:srgbClr val="25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45798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253746"/>
                </a:solidFill>
                <a:latin typeface="Arial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33471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7797C"/>
                </a:solidFill>
                <a:latin typeface="Arial"/>
              </a:rPr>
              <a:t>from visible data</a:t>
            </a:r>
          </a:p>
        </p:txBody>
      </p:sp>
      <p:sp>
        <p:nvSpPr>
          <p:cNvPr id="7" name="Chevron 6"/>
          <p:cNvSpPr/>
          <p:nvPr/>
        </p:nvSpPr>
        <p:spPr>
          <a:xfrm>
            <a:off x="1426464" y="1607591"/>
            <a:ext cx="1005840" cy="731520"/>
          </a:xfrm>
          <a:prstGeom prst="chevron">
            <a:avLst>
              <a:gd name="adj" fmla="val 30000"/>
            </a:avLst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4" y="245798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253746"/>
                </a:solidFill>
                <a:latin typeface="Arial"/>
              </a:rPr>
              <a:t>Support maps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" y="2933471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7797C"/>
                </a:solidFill>
                <a:latin typeface="Arial"/>
              </a:rPr>
              <a:t>ranked by similarity</a:t>
            </a:r>
          </a:p>
        </p:txBody>
      </p:sp>
      <p:sp>
        <p:nvSpPr>
          <p:cNvPr id="10" name="Chevron 9"/>
          <p:cNvSpPr/>
          <p:nvPr/>
        </p:nvSpPr>
        <p:spPr>
          <a:xfrm>
            <a:off x="2487168" y="1607591"/>
            <a:ext cx="1005840" cy="731520"/>
          </a:xfrm>
          <a:prstGeom prst="chevron">
            <a:avLst>
              <a:gd name="adj" fmla="val 30000"/>
            </a:avLst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45798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253746"/>
                </a:solidFill>
                <a:latin typeface="Arial"/>
              </a:rPr>
              <a:t>β coordinate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933471"/>
            <a:ext cx="100584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050">
                <a:solidFill>
                  <a:srgbClr val="77797C"/>
                </a:solidFill>
                <a:latin typeface="Arial"/>
              </a:rPr>
              <a:t>Map data </a:t>
            </a:r>
            <a:r>
              <a:rPr sz="1050" b="0" i="0">
                <a:solidFill>
                  <a:srgbClr val="77797C"/>
                </a:solidFill>
                <a:latin typeface="Arial"/>
              </a:rPr>
              <a:t>point position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3547872" y="1607591"/>
            <a:ext cx="1005840" cy="731520"/>
          </a:xfrm>
          <a:prstGeom prst="chevron">
            <a:avLst>
              <a:gd name="adj" fmla="val 30000"/>
            </a:avLst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5798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253746"/>
                </a:solidFill>
                <a:latin typeface="Arial"/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933471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7797C"/>
                </a:solidFill>
                <a:latin typeface="Arial"/>
              </a:rPr>
              <a:t>input sets</a:t>
            </a:r>
          </a:p>
        </p:txBody>
      </p:sp>
      <p:sp>
        <p:nvSpPr>
          <p:cNvPr id="16" name="Chevron 15"/>
          <p:cNvSpPr/>
          <p:nvPr/>
        </p:nvSpPr>
        <p:spPr>
          <a:xfrm>
            <a:off x="4608576" y="1607591"/>
            <a:ext cx="1005840" cy="731520"/>
          </a:xfrm>
          <a:prstGeom prst="chevron">
            <a:avLst>
              <a:gd name="adj" fmla="val 30000"/>
            </a:avLst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45798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253746"/>
                </a:solidFill>
                <a:latin typeface="Arial"/>
              </a:rPr>
              <a:t>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933471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>
                <a:solidFill>
                  <a:srgbClr val="77797C"/>
                </a:solidFill>
                <a:latin typeface="Arial"/>
              </a:rPr>
              <a:t>+ tuning</a:t>
            </a:r>
          </a:p>
        </p:txBody>
      </p:sp>
      <p:sp>
        <p:nvSpPr>
          <p:cNvPr id="19" name="Chevron 18"/>
          <p:cNvSpPr/>
          <p:nvPr/>
        </p:nvSpPr>
        <p:spPr>
          <a:xfrm>
            <a:off x="5669280" y="1607591"/>
            <a:ext cx="1005840" cy="731520"/>
          </a:xfrm>
          <a:prstGeom prst="chevron">
            <a:avLst>
              <a:gd name="adj" fmla="val 30000"/>
            </a:avLst>
          </a:prstGeom>
          <a:solidFill>
            <a:srgbClr val="25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45798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253746"/>
                </a:solidFill>
                <a:latin typeface="Arial"/>
              </a:rPr>
              <a:t>Geometry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933471"/>
            <a:ext cx="1005840" cy="364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 dirty="0" err="1">
                <a:solidFill>
                  <a:srgbClr val="77797C"/>
                </a:solidFill>
                <a:latin typeface="Arial"/>
              </a:rPr>
              <a:t>W</a:t>
            </a:r>
            <a:r>
              <a:rPr sz="1050" b="0" i="0" baseline="-25000" dirty="0" err="1">
                <a:solidFill>
                  <a:srgbClr val="77797C"/>
                </a:solidFill>
                <a:latin typeface="Arial"/>
              </a:rPr>
              <a:t>c</a:t>
            </a:r>
            <a:r>
              <a:rPr sz="1050" b="0" i="0" dirty="0">
                <a:solidFill>
                  <a:srgbClr val="77797C"/>
                </a:solidFill>
                <a:latin typeface="Arial"/>
              </a:rPr>
              <a:t>, </a:t>
            </a:r>
            <a:r>
              <a:rPr sz="1050" b="0" i="0" dirty="0" err="1">
                <a:solidFill>
                  <a:srgbClr val="77797C"/>
                </a:solidFill>
                <a:latin typeface="Arial"/>
              </a:rPr>
              <a:t>R</a:t>
            </a:r>
            <a:r>
              <a:rPr sz="1050" b="0" i="0" baseline="-25000" dirty="0" err="1">
                <a:solidFill>
                  <a:srgbClr val="77797C"/>
                </a:solidFill>
                <a:latin typeface="Arial"/>
              </a:rPr>
              <a:t>c</a:t>
            </a:r>
            <a:endParaRPr lang="en-US" sz="1050" b="0" i="0" baseline="-25000" dirty="0">
              <a:solidFill>
                <a:srgbClr val="77797C"/>
              </a:solidFill>
              <a:latin typeface="Arial"/>
            </a:endParaRPr>
          </a:p>
          <a:p>
            <a:pPr algn="ctr">
              <a:spcAft>
                <a:spcPts val="600"/>
              </a:spcAft>
            </a:pPr>
            <a:r>
              <a:rPr lang="en-AE" dirty="0">
                <a:solidFill>
                  <a:schemeClr val="bg1">
                    <a:lumMod val="50000"/>
                  </a:schemeClr>
                </a:solidFill>
              </a:rPr>
              <a:t>(s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peed line shape)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6729984" y="1607591"/>
            <a:ext cx="1005840" cy="731520"/>
          </a:xfrm>
          <a:prstGeom prst="chevron">
            <a:avLst>
              <a:gd name="adj" fmla="val 30000"/>
            </a:avLst>
          </a:prstGeom>
          <a:solidFill>
            <a:srgbClr val="25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2457983"/>
            <a:ext cx="100584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253746"/>
                </a:solidFill>
                <a:latin typeface="Arial"/>
              </a:rPr>
              <a:t>Efficiency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2933471"/>
            <a:ext cx="1005840" cy="364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0" dirty="0" err="1">
                <a:solidFill>
                  <a:srgbClr val="77797C"/>
                </a:solidFill>
                <a:latin typeface="Arial"/>
              </a:rPr>
              <a:t>η</a:t>
            </a:r>
            <a:r>
              <a:rPr sz="1050" b="0" i="0" baseline="-25000" dirty="0" err="1">
                <a:solidFill>
                  <a:srgbClr val="77797C"/>
                </a:solidFill>
                <a:latin typeface="Arial"/>
              </a:rPr>
              <a:t>c</a:t>
            </a:r>
            <a:endParaRPr lang="en-US" sz="1050" b="0" i="0" baseline="-25000" dirty="0">
              <a:solidFill>
                <a:srgbClr val="77797C"/>
              </a:solidFill>
              <a:latin typeface="Arial"/>
            </a:endParaRPr>
          </a:p>
          <a:p>
            <a:pPr algn="ctr">
              <a:spcAft>
                <a:spcPts val="600"/>
              </a:spcAft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(surface contours)</a:t>
            </a:r>
          </a:p>
        </p:txBody>
      </p:sp>
      <p:sp>
        <p:nvSpPr>
          <p:cNvPr id="25" name="Chevron 24"/>
          <p:cNvSpPr/>
          <p:nvPr/>
        </p:nvSpPr>
        <p:spPr>
          <a:xfrm>
            <a:off x="7790688" y="1607591"/>
            <a:ext cx="1005840" cy="731520"/>
          </a:xfrm>
          <a:prstGeom prst="chevron">
            <a:avLst>
              <a:gd name="adj" fmla="val 30000"/>
            </a:avLst>
          </a:prstGeom>
          <a:solidFill>
            <a:srgbClr val="25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2457983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253746"/>
                </a:solidFill>
                <a:latin typeface="Arial"/>
              </a:rPr>
              <a:t>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2933471"/>
            <a:ext cx="100584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050">
                <a:solidFill>
                  <a:srgbClr val="77797C"/>
                </a:solidFill>
                <a:latin typeface="Arial"/>
              </a:rPr>
              <a:t>configuration selection</a:t>
            </a:r>
            <a:endParaRPr sz="1050" b="0" i="0">
              <a:solidFill>
                <a:srgbClr val="77797C"/>
              </a:solidFill>
              <a:latin typeface="Arial"/>
            </a:endParaRPr>
          </a:p>
        </p:txBody>
      </p:sp>
      <p:sp>
        <p:nvSpPr>
          <p:cNvPr id="2" name="Freeform 1"/>
          <p:cNvSpPr/>
          <p:nvPr/>
        </p:nvSpPr>
        <p:spPr>
          <a:xfrm>
            <a:off x="1472184" y="3390671"/>
            <a:ext cx="4096512" cy="137160"/>
          </a:xfrm>
          <a:custGeom>
            <a:avLst/>
            <a:gdLst/>
            <a:ahLst/>
            <a:cxnLst/>
            <a:rect l="l" t="t" r="r" b="b"/>
            <a:pathLst>
              <a:path w="4096512" h="137160">
                <a:moveTo>
                  <a:pt x="0" y="0"/>
                </a:moveTo>
                <a:lnTo>
                  <a:pt x="0" y="137160"/>
                </a:lnTo>
                <a:lnTo>
                  <a:pt x="4096512" y="137160"/>
                </a:lnTo>
                <a:lnTo>
                  <a:pt x="4096512" y="0"/>
                </a:lnTo>
              </a:path>
            </a:pathLst>
          </a:custGeom>
          <a:noFill/>
          <a:ln w="22225">
            <a:solidFill>
              <a:srgbClr val="64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72184" y="3619271"/>
            <a:ext cx="40965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 dirty="0">
                <a:solidFill>
                  <a:srgbClr val="6400FF"/>
                </a:solidFill>
                <a:latin typeface="Arial"/>
              </a:rPr>
              <a:t>Policy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2184" y="3939311"/>
            <a:ext cx="4096512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 dirty="0">
                <a:solidFill>
                  <a:srgbClr val="77797C"/>
                </a:solidFill>
                <a:latin typeface="Arial"/>
              </a:rPr>
              <a:t>customizable per missing</a:t>
            </a:r>
            <a:r>
              <a:rPr lang="en-US" sz="1150" b="0" i="0" dirty="0">
                <a:solidFill>
                  <a:srgbClr val="77797C"/>
                </a:solidFill>
                <a:latin typeface="Arial"/>
              </a:rPr>
              <a:t> </a:t>
            </a:r>
            <a:r>
              <a:rPr sz="1150" b="0" i="0" dirty="0">
                <a:solidFill>
                  <a:srgbClr val="77797C"/>
                </a:solidFill>
                <a:latin typeface="Arial"/>
              </a:rPr>
              <a:t>data case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" grpId="0" animBg="1"/>
      <p:bldP spid="28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457200"/>
            <a:ext cx="7955279" cy="365760"/>
          </a:xfrm>
        </p:spPr>
        <p:txBody>
          <a:bodyPr/>
          <a:lstStyle/>
          <a:p>
            <a:r>
              <a:rPr lang="en-US" sz="2200" dirty="0">
                <a:latin typeface="Arial"/>
              </a:rPr>
              <a:t>Predict b</a:t>
            </a:r>
            <a:r>
              <a:rPr sz="2200" b="1" i="0" dirty="0">
                <a:solidFill>
                  <a:srgbClr val="253746"/>
                </a:solidFill>
                <a:latin typeface="Arial"/>
              </a:rPr>
              <a:t>aseline first, then learn only the correction</a:t>
            </a:r>
          </a:p>
        </p:txBody>
      </p:sp>
      <p:sp>
        <p:nvSpPr>
          <p:cNvPr id="57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 dirty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400FF"/>
                </a:solidFill>
                <a:latin typeface="Arial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2105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Support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β 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5654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8534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"/>
            <a:ext cx="5925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7411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0291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375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663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03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391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Evaluation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95070" y="2177436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i="0" dirty="0">
                <a:solidFill>
                  <a:srgbClr val="6400FF"/>
                </a:solidFill>
                <a:latin typeface="Arial"/>
              </a:rPr>
              <a:t>Model target</a:t>
            </a:r>
            <a:r>
              <a:rPr sz="1400" b="1" i="0" dirty="0">
                <a:solidFill>
                  <a:srgbClr val="6400FF"/>
                </a:solidFill>
                <a:latin typeface="Arial"/>
              </a:rPr>
              <a:t>: residual</a:t>
            </a:r>
            <a:r>
              <a:rPr lang="en-US" sz="1400" b="1" i="0" dirty="0">
                <a:solidFill>
                  <a:srgbClr val="6400FF"/>
                </a:solidFill>
                <a:latin typeface="Arial"/>
              </a:rPr>
              <a:t> learning</a:t>
            </a:r>
            <a:endParaRPr sz="1400" b="1" i="0" dirty="0">
              <a:solidFill>
                <a:srgbClr val="6400FF"/>
              </a:solidFill>
              <a:latin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895070" y="254319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 err="1">
                <a:solidFill>
                  <a:srgbClr val="253746"/>
                </a:solidFill>
                <a:latin typeface="Arial"/>
              </a:rPr>
              <a:t>ΔW</a:t>
            </a:r>
            <a:r>
              <a:rPr sz="1500" b="1" i="0" baseline="-25000" dirty="0" err="1">
                <a:solidFill>
                  <a:srgbClr val="253746"/>
                </a:solidFill>
                <a:latin typeface="Arial"/>
              </a:rPr>
              <a:t>c,z</a:t>
            </a:r>
            <a:r>
              <a:rPr sz="1500" b="1" i="0" dirty="0">
                <a:solidFill>
                  <a:srgbClr val="253746"/>
                </a:solidFill>
                <a:latin typeface="Arial"/>
              </a:rPr>
              <a:t> = (</a:t>
            </a:r>
            <a:r>
              <a:rPr sz="1500" b="1" i="0" dirty="0" err="1">
                <a:solidFill>
                  <a:srgbClr val="253746"/>
                </a:solidFill>
                <a:latin typeface="Arial"/>
              </a:rPr>
              <a:t>W</a:t>
            </a:r>
            <a:r>
              <a:rPr sz="1500" b="1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500" b="1" i="0" dirty="0">
                <a:solidFill>
                  <a:srgbClr val="253746"/>
                </a:solidFill>
                <a:latin typeface="Arial"/>
              </a:rPr>
              <a:t> − W</a:t>
            </a:r>
            <a:r>
              <a:rPr sz="1500" b="1" i="0" baseline="-25000" dirty="0">
                <a:solidFill>
                  <a:srgbClr val="253746"/>
                </a:solidFill>
                <a:latin typeface="Arial"/>
              </a:rPr>
              <a:t>c,0</a:t>
            </a:r>
            <a:r>
              <a:rPr sz="1500" b="1" i="0" dirty="0">
                <a:solidFill>
                  <a:srgbClr val="253746"/>
                </a:solidFill>
                <a:latin typeface="Arial"/>
              </a:rPr>
              <a:t>) / </a:t>
            </a:r>
            <a:r>
              <a:rPr sz="1500" b="1" i="0" dirty="0" err="1">
                <a:solidFill>
                  <a:srgbClr val="253746"/>
                </a:solidFill>
                <a:latin typeface="Arial"/>
              </a:rPr>
              <a:t>σ</a:t>
            </a:r>
            <a:r>
              <a:rPr sz="1500" b="1" i="0" baseline="-25000" dirty="0" err="1">
                <a:solidFill>
                  <a:srgbClr val="253746"/>
                </a:solidFill>
                <a:latin typeface="Arial"/>
              </a:rPr>
              <a:t>W,vis</a:t>
            </a:r>
            <a:endParaRPr sz="1500" b="1" i="0" baseline="-25000" dirty="0">
              <a:solidFill>
                <a:srgbClr val="253746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895070" y="295467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 err="1">
                <a:solidFill>
                  <a:srgbClr val="253746"/>
                </a:solidFill>
                <a:latin typeface="Arial"/>
              </a:rPr>
              <a:t>ΔR</a:t>
            </a:r>
            <a:r>
              <a:rPr sz="1500" b="1" i="0" baseline="-25000" dirty="0" err="1">
                <a:solidFill>
                  <a:srgbClr val="253746"/>
                </a:solidFill>
                <a:latin typeface="Arial"/>
              </a:rPr>
              <a:t>c,z</a:t>
            </a:r>
            <a:r>
              <a:rPr sz="1500" b="1" i="0" dirty="0">
                <a:solidFill>
                  <a:srgbClr val="253746"/>
                </a:solidFill>
                <a:latin typeface="Arial"/>
              </a:rPr>
              <a:t> = (</a:t>
            </a:r>
            <a:r>
              <a:rPr sz="1500" b="1" i="0" dirty="0" err="1">
                <a:solidFill>
                  <a:srgbClr val="253746"/>
                </a:solidFill>
                <a:latin typeface="Arial"/>
              </a:rPr>
              <a:t>R</a:t>
            </a:r>
            <a:r>
              <a:rPr sz="1500" b="1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500" b="1" i="0" dirty="0">
                <a:solidFill>
                  <a:srgbClr val="253746"/>
                </a:solidFill>
                <a:latin typeface="Arial"/>
              </a:rPr>
              <a:t> − R</a:t>
            </a:r>
            <a:r>
              <a:rPr sz="1500" b="1" i="0" baseline="-25000" dirty="0">
                <a:solidFill>
                  <a:srgbClr val="253746"/>
                </a:solidFill>
                <a:latin typeface="Arial"/>
              </a:rPr>
              <a:t>c,0</a:t>
            </a:r>
            <a:r>
              <a:rPr sz="1500" b="1" i="0" dirty="0">
                <a:solidFill>
                  <a:srgbClr val="253746"/>
                </a:solidFill>
                <a:latin typeface="Arial"/>
              </a:rPr>
              <a:t>) / </a:t>
            </a:r>
            <a:r>
              <a:rPr sz="1500" b="1" i="0" dirty="0" err="1">
                <a:solidFill>
                  <a:srgbClr val="253746"/>
                </a:solidFill>
                <a:latin typeface="Arial"/>
              </a:rPr>
              <a:t>σ</a:t>
            </a:r>
            <a:r>
              <a:rPr sz="1500" b="1" i="0" baseline="-25000" dirty="0" err="1">
                <a:solidFill>
                  <a:srgbClr val="253746"/>
                </a:solidFill>
                <a:latin typeface="Arial"/>
              </a:rPr>
              <a:t>R,vis</a:t>
            </a:r>
            <a:endParaRPr sz="1500" b="1" i="0" baseline="-25000" dirty="0">
              <a:solidFill>
                <a:srgbClr val="253746"/>
              </a:solidFill>
              <a:latin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895070" y="3457596"/>
            <a:ext cx="2743200" cy="866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77797C"/>
                </a:solidFill>
                <a:latin typeface="Arial"/>
              </a:rPr>
              <a:t>W</a:t>
            </a:r>
            <a:r>
              <a:rPr sz="1200" b="0" i="0" baseline="-25000" dirty="0">
                <a:solidFill>
                  <a:srgbClr val="77797C"/>
                </a:solidFill>
                <a:latin typeface="Arial"/>
              </a:rPr>
              <a:t>c,0</a:t>
            </a:r>
            <a:r>
              <a:rPr sz="1200" b="0" i="0" dirty="0">
                <a:solidFill>
                  <a:srgbClr val="77797C"/>
                </a:solidFill>
                <a:latin typeface="Arial"/>
              </a:rPr>
              <a:t>, R</a:t>
            </a:r>
            <a:r>
              <a:rPr sz="1200" b="0" i="0" baseline="-25000" dirty="0">
                <a:solidFill>
                  <a:srgbClr val="77797C"/>
                </a:solidFill>
                <a:latin typeface="Arial"/>
              </a:rPr>
              <a:t>c,0</a:t>
            </a:r>
            <a:r>
              <a:rPr sz="1200" b="0" i="0" dirty="0">
                <a:solidFill>
                  <a:srgbClr val="77797C"/>
                </a:solidFill>
                <a:latin typeface="Arial"/>
              </a:rPr>
              <a:t>: baseline values</a:t>
            </a:r>
          </a:p>
          <a:p>
            <a:pPr>
              <a:spcAft>
                <a:spcPts val="500"/>
              </a:spcAft>
            </a:pPr>
            <a:r>
              <a:rPr sz="1200" b="0" i="0" dirty="0" err="1">
                <a:solidFill>
                  <a:srgbClr val="77797C"/>
                </a:solidFill>
                <a:latin typeface="Arial"/>
              </a:rPr>
              <a:t>σ</a:t>
            </a:r>
            <a:r>
              <a:rPr sz="1200" b="0" i="0" baseline="-25000" dirty="0" err="1">
                <a:solidFill>
                  <a:srgbClr val="77797C"/>
                </a:solidFill>
                <a:latin typeface="Arial"/>
              </a:rPr>
              <a:t>vis</a:t>
            </a:r>
            <a:r>
              <a:rPr sz="1200" b="0" i="0" dirty="0">
                <a:solidFill>
                  <a:srgbClr val="77797C"/>
                </a:solidFill>
                <a:latin typeface="Arial"/>
              </a:rPr>
              <a:t>: </a:t>
            </a:r>
            <a:r>
              <a:rPr lang="en-US" sz="1200" dirty="0">
                <a:solidFill>
                  <a:srgbClr val="77797C"/>
                </a:solidFill>
              </a:rPr>
              <a:t>standard deviations calculated from the visible points</a:t>
            </a:r>
            <a:endParaRPr sz="1200" b="0" i="0" dirty="0">
              <a:solidFill>
                <a:srgbClr val="77797C"/>
              </a:solidFill>
              <a:latin typeface="Arial"/>
            </a:endParaRPr>
          </a:p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77797C"/>
                </a:solidFill>
                <a:latin typeface="Arial"/>
              </a:rPr>
              <a:t>z: </a:t>
            </a:r>
            <a:r>
              <a:rPr sz="1200" b="0" i="0" dirty="0" err="1">
                <a:solidFill>
                  <a:srgbClr val="77797C"/>
                </a:solidFill>
                <a:latin typeface="Arial"/>
              </a:rPr>
              <a:t>standardised</a:t>
            </a:r>
            <a:r>
              <a:rPr sz="1200" b="0" i="0" dirty="0">
                <a:solidFill>
                  <a:srgbClr val="77797C"/>
                </a:solidFill>
                <a:latin typeface="Arial"/>
              </a:rPr>
              <a:t> quantity</a:t>
            </a:r>
          </a:p>
        </p:txBody>
      </p:sp>
      <p:graphicFrame>
        <p:nvGraphicFramePr>
          <p:cNvPr id="120" name="Chart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613242"/>
              </p:ext>
            </p:extLst>
          </p:nvPr>
        </p:nvGraphicFramePr>
        <p:xfrm>
          <a:off x="274320" y="960120"/>
          <a:ext cx="54864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1" name="Freeform 120"/>
          <p:cNvSpPr/>
          <p:nvPr/>
        </p:nvSpPr>
        <p:spPr>
          <a:xfrm>
            <a:off x="2299553" y="1876613"/>
            <a:ext cx="1350405" cy="1259152"/>
          </a:xfrm>
          <a:custGeom>
            <a:avLst/>
            <a:gdLst/>
            <a:ahLst/>
            <a:cxnLst/>
            <a:rect l="l" t="t" r="r" b="b"/>
            <a:pathLst>
              <a:path w="1350405" h="1259152">
                <a:moveTo>
                  <a:pt x="1350405" y="1259152"/>
                </a:moveTo>
                <a:lnTo>
                  <a:pt x="1350405" y="1156779"/>
                </a:lnTo>
                <a:lnTo>
                  <a:pt x="1350405" y="1054413"/>
                </a:lnTo>
                <a:lnTo>
                  <a:pt x="1350405" y="952040"/>
                </a:lnTo>
                <a:lnTo>
                  <a:pt x="1350182" y="849745"/>
                </a:lnTo>
                <a:lnTo>
                  <a:pt x="1346695" y="748600"/>
                </a:lnTo>
                <a:lnTo>
                  <a:pt x="1345896" y="646487"/>
                </a:lnTo>
                <a:lnTo>
                  <a:pt x="1341899" y="545689"/>
                </a:lnTo>
                <a:lnTo>
                  <a:pt x="1331440" y="447793"/>
                </a:lnTo>
                <a:lnTo>
                  <a:pt x="1304218" y="357666"/>
                </a:lnTo>
                <a:lnTo>
                  <a:pt x="1246104" y="281910"/>
                </a:lnTo>
                <a:lnTo>
                  <a:pt x="1164018" y="217294"/>
                </a:lnTo>
                <a:lnTo>
                  <a:pt x="1049888" y="168549"/>
                </a:lnTo>
                <a:lnTo>
                  <a:pt x="919270" y="128678"/>
                </a:lnTo>
                <a:lnTo>
                  <a:pt x="772085" y="98744"/>
                </a:lnTo>
                <a:lnTo>
                  <a:pt x="623471" y="71551"/>
                </a:lnTo>
                <a:lnTo>
                  <a:pt x="475198" y="46447"/>
                </a:lnTo>
                <a:lnTo>
                  <a:pt x="322430" y="25797"/>
                </a:lnTo>
                <a:lnTo>
                  <a:pt x="167303" y="859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2F80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>
            <a:spLocks/>
          </p:cNvSpPr>
          <p:nvPr/>
        </p:nvSpPr>
        <p:spPr>
          <a:xfrm>
            <a:off x="3541014" y="3162266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>
            <a:spLocks/>
          </p:cNvSpPr>
          <p:nvPr/>
        </p:nvSpPr>
        <p:spPr>
          <a:xfrm>
            <a:off x="3541014" y="3060258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>
            <a:spLocks/>
          </p:cNvSpPr>
          <p:nvPr/>
        </p:nvSpPr>
        <p:spPr>
          <a:xfrm>
            <a:off x="3537003" y="2959773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>
            <a:spLocks/>
          </p:cNvSpPr>
          <p:nvPr/>
        </p:nvSpPr>
        <p:spPr>
          <a:xfrm>
            <a:off x="3538183" y="2857331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>
            <a:spLocks/>
          </p:cNvSpPr>
          <p:nvPr/>
        </p:nvSpPr>
        <p:spPr>
          <a:xfrm>
            <a:off x="3532717" y="2757520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>
            <a:spLocks/>
          </p:cNvSpPr>
          <p:nvPr/>
        </p:nvSpPr>
        <p:spPr>
          <a:xfrm>
            <a:off x="3527252" y="2657799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>
            <a:spLocks/>
          </p:cNvSpPr>
          <p:nvPr/>
        </p:nvSpPr>
        <p:spPr>
          <a:xfrm>
            <a:off x="3521786" y="2558167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>
            <a:spLocks/>
          </p:cNvSpPr>
          <p:nvPr/>
        </p:nvSpPr>
        <p:spPr>
          <a:xfrm>
            <a:off x="3516950" y="2458370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3500908" y="2363484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>
            <a:spLocks/>
          </p:cNvSpPr>
          <p:nvPr/>
        </p:nvSpPr>
        <p:spPr>
          <a:xfrm>
            <a:off x="3468784" y="2275906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>
            <a:spLocks/>
          </p:cNvSpPr>
          <p:nvPr/>
        </p:nvSpPr>
        <p:spPr>
          <a:xfrm>
            <a:off x="3420304" y="2196174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>
            <a:spLocks/>
          </p:cNvSpPr>
          <p:nvPr/>
        </p:nvSpPr>
        <p:spPr>
          <a:xfrm>
            <a:off x="3356449" y="2124162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>
            <a:spLocks/>
          </p:cNvSpPr>
          <p:nvPr/>
        </p:nvSpPr>
        <p:spPr>
          <a:xfrm>
            <a:off x="3276199" y="2060670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>
            <a:spLocks/>
          </p:cNvSpPr>
          <p:nvPr/>
        </p:nvSpPr>
        <p:spPr>
          <a:xfrm>
            <a:off x="3167874" y="2011478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>
            <a:spLocks/>
          </p:cNvSpPr>
          <p:nvPr/>
        </p:nvSpPr>
        <p:spPr>
          <a:xfrm>
            <a:off x="3027465" y="1978961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>
            <a:spLocks/>
          </p:cNvSpPr>
          <p:nvPr/>
        </p:nvSpPr>
        <p:spPr>
          <a:xfrm>
            <a:off x="2848288" y="1966783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>
            <a:spLocks/>
          </p:cNvSpPr>
          <p:nvPr/>
        </p:nvSpPr>
        <p:spPr>
          <a:xfrm>
            <a:off x="2650316" y="1965943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>
            <a:spLocks/>
          </p:cNvSpPr>
          <p:nvPr/>
        </p:nvSpPr>
        <p:spPr>
          <a:xfrm>
            <a:off x="2465280" y="1961342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>
            <a:spLocks/>
          </p:cNvSpPr>
          <p:nvPr/>
        </p:nvSpPr>
        <p:spPr>
          <a:xfrm>
            <a:off x="2281187" y="1958690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>
            <a:spLocks/>
          </p:cNvSpPr>
          <p:nvPr/>
        </p:nvSpPr>
        <p:spPr>
          <a:xfrm>
            <a:off x="2096623" y="1958711"/>
            <a:ext cx="68580" cy="68580"/>
          </a:xfrm>
          <a:prstGeom prst="ellipse">
            <a:avLst/>
          </a:prstGeom>
          <a:solidFill>
            <a:srgbClr val="8A8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2" name="Connector 141"/>
          <p:cNvCxnSpPr/>
          <p:nvPr/>
        </p:nvCxnSpPr>
        <p:spPr>
          <a:xfrm flipH="1">
            <a:off x="3575304" y="3135765"/>
            <a:ext cx="74654" cy="60791"/>
          </a:xfrm>
          <a:prstGeom prst="line">
            <a:avLst/>
          </a:prstGeom>
          <a:ln w="1905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>
            <a:off x="3571293" y="2931026"/>
            <a:ext cx="78665" cy="63037"/>
          </a:xfrm>
          <a:prstGeom prst="line">
            <a:avLst/>
          </a:prstGeom>
          <a:ln w="1905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3567007" y="2726358"/>
            <a:ext cx="82728" cy="65452"/>
          </a:xfrm>
          <a:prstGeom prst="line">
            <a:avLst/>
          </a:prstGeom>
          <a:ln w="1905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H="1">
            <a:off x="3556076" y="2523100"/>
            <a:ext cx="89373" cy="69357"/>
          </a:xfrm>
          <a:prstGeom prst="line">
            <a:avLst/>
          </a:prstGeom>
          <a:ln w="1905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3535198" y="2324406"/>
            <a:ext cx="95795" cy="73368"/>
          </a:xfrm>
          <a:prstGeom prst="line">
            <a:avLst/>
          </a:prstGeom>
          <a:ln w="1905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3454594" y="2158523"/>
            <a:ext cx="91063" cy="71941"/>
          </a:xfrm>
          <a:prstGeom prst="line">
            <a:avLst/>
          </a:prstGeom>
          <a:ln w="1905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3310489" y="2045162"/>
            <a:ext cx="38952" cy="49798"/>
          </a:xfrm>
          <a:prstGeom prst="line">
            <a:avLst/>
          </a:prstGeom>
          <a:ln w="1905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3061755" y="1975357"/>
            <a:ext cx="9883" cy="37894"/>
          </a:xfrm>
          <a:prstGeom prst="line">
            <a:avLst/>
          </a:prstGeom>
          <a:ln w="1905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2684606" y="1923060"/>
            <a:ext cx="90145" cy="77173"/>
          </a:xfrm>
          <a:prstGeom prst="line">
            <a:avLst/>
          </a:prstGeom>
          <a:ln w="1905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H="1">
            <a:off x="2315477" y="1885203"/>
            <a:ext cx="151379" cy="107777"/>
          </a:xfrm>
          <a:prstGeom prst="line">
            <a:avLst/>
          </a:prstGeom>
          <a:ln w="1905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5954572" y="974335"/>
            <a:ext cx="237743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6283756" y="882895"/>
            <a:ext cx="28346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1" dirty="0">
                <a:solidFill>
                  <a:srgbClr val="1A1A1A"/>
                </a:solidFill>
                <a:latin typeface="Arial"/>
              </a:rPr>
              <a:t>original</a:t>
            </a:r>
            <a:r>
              <a:rPr sz="1100" b="1" i="0" dirty="0">
                <a:solidFill>
                  <a:srgbClr val="1A1A1A"/>
                </a:solidFill>
                <a:latin typeface="Arial"/>
              </a:rPr>
              <a:t> </a:t>
            </a:r>
            <a:r>
              <a:rPr lang="en-US" sz="1100" b="1" i="0" dirty="0">
                <a:solidFill>
                  <a:srgbClr val="1A1A1A"/>
                </a:solidFill>
                <a:latin typeface="Arial"/>
              </a:rPr>
              <a:t>speed</a:t>
            </a:r>
            <a:endParaRPr sz="11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6027724" y="1157215"/>
            <a:ext cx="82296" cy="82296"/>
          </a:xfrm>
          <a:prstGeom prst="ellipse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283756" y="1111495"/>
            <a:ext cx="28346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1" dirty="0">
                <a:solidFill>
                  <a:srgbClr val="77797C"/>
                </a:solidFill>
                <a:latin typeface="Arial"/>
              </a:rPr>
              <a:t>missing</a:t>
            </a:r>
            <a:r>
              <a:rPr lang="en-US" sz="1100" b="1" i="0" dirty="0">
                <a:solidFill>
                  <a:srgbClr val="77797C"/>
                </a:solidFill>
                <a:latin typeface="Arial"/>
              </a:rPr>
              <a:t> speed</a:t>
            </a:r>
            <a:endParaRPr sz="1100" b="1" i="0" dirty="0">
              <a:solidFill>
                <a:srgbClr val="77797C"/>
              </a:solidFill>
              <a:latin typeface="Arial"/>
            </a:endParaRPr>
          </a:p>
        </p:txBody>
      </p:sp>
      <p:cxnSp>
        <p:nvCxnSpPr>
          <p:cNvPr id="156" name="Connector 155"/>
          <p:cNvCxnSpPr/>
          <p:nvPr/>
        </p:nvCxnSpPr>
        <p:spPr>
          <a:xfrm>
            <a:off x="5954572" y="1431535"/>
            <a:ext cx="237743" cy="0"/>
          </a:xfrm>
          <a:prstGeom prst="line">
            <a:avLst/>
          </a:prstGeom>
          <a:ln w="25400">
            <a:solidFill>
              <a:srgbClr val="2F80E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6283756" y="134009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dirty="0">
                <a:solidFill>
                  <a:srgbClr val="2F80ED"/>
                </a:solidFill>
                <a:latin typeface="Arial"/>
              </a:rPr>
              <a:t>baseline: linear interpolation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5954572" y="1660135"/>
            <a:ext cx="237743" cy="0"/>
          </a:xfrm>
          <a:prstGeom prst="line">
            <a:avLst/>
          </a:prstGeom>
          <a:ln w="25400">
            <a:solidFill>
              <a:srgbClr val="64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6283756" y="156869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dirty="0">
                <a:solidFill>
                  <a:srgbClr val="6400FF"/>
                </a:solidFill>
                <a:latin typeface="Arial"/>
              </a:rPr>
              <a:t>residual learned by the model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0E3B72-C869-E257-68B4-250384F01EF3}"/>
              </a:ext>
            </a:extLst>
          </p:cNvPr>
          <p:cNvSpPr txBox="1"/>
          <p:nvPr/>
        </p:nvSpPr>
        <p:spPr>
          <a:xfrm>
            <a:off x="835881" y="2806982"/>
            <a:ext cx="74956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dirty="0">
                <a:solidFill>
                  <a:srgbClr val="1A1A1A"/>
                </a:solidFill>
                <a:latin typeface="Arial"/>
              </a:rPr>
              <a:t>N</a:t>
            </a:r>
            <a:r>
              <a:rPr sz="1100" b="1" i="0" baseline="-25000" dirty="0">
                <a:solidFill>
                  <a:srgbClr val="1A1A1A"/>
                </a:solidFill>
                <a:latin typeface="Arial"/>
              </a:rPr>
              <a:t>c</a:t>
            </a:r>
            <a:r>
              <a:rPr sz="1100" b="1" i="0" dirty="0">
                <a:solidFill>
                  <a:srgbClr val="1A1A1A"/>
                </a:solidFill>
                <a:latin typeface="Arial"/>
              </a:rPr>
              <a:t> = 80</a:t>
            </a:r>
            <a:r>
              <a:rPr lang="en-US" sz="1100" b="1" i="0" dirty="0">
                <a:solidFill>
                  <a:srgbClr val="1A1A1A"/>
                </a:solidFill>
                <a:latin typeface="Arial"/>
              </a:rPr>
              <a:t>%</a:t>
            </a:r>
            <a:endParaRPr sz="11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B7EDF8-DD53-6058-D07B-A4F8DAAEA2E1}"/>
              </a:ext>
            </a:extLst>
          </p:cNvPr>
          <p:cNvSpPr txBox="1"/>
          <p:nvPr/>
        </p:nvSpPr>
        <p:spPr>
          <a:xfrm>
            <a:off x="3455674" y="1070883"/>
            <a:ext cx="74956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dirty="0">
                <a:solidFill>
                  <a:srgbClr val="1A1A1A"/>
                </a:solidFill>
                <a:latin typeface="Arial"/>
              </a:rPr>
              <a:t>N</a:t>
            </a:r>
            <a:r>
              <a:rPr sz="1100" b="1" i="0" baseline="-25000" dirty="0">
                <a:solidFill>
                  <a:srgbClr val="1A1A1A"/>
                </a:solidFill>
                <a:latin typeface="Arial"/>
              </a:rPr>
              <a:t>c</a:t>
            </a:r>
            <a:r>
              <a:rPr sz="1100" b="1" i="0" dirty="0">
                <a:solidFill>
                  <a:srgbClr val="1A1A1A"/>
                </a:solidFill>
                <a:latin typeface="Arial"/>
              </a:rPr>
              <a:t> = </a:t>
            </a:r>
            <a:r>
              <a:rPr lang="en-US" sz="1100" b="1" dirty="0">
                <a:solidFill>
                  <a:srgbClr val="1A1A1A"/>
                </a:solidFill>
                <a:latin typeface="Arial"/>
              </a:rPr>
              <a:t>95</a:t>
            </a:r>
            <a:r>
              <a:rPr lang="en-US" sz="1100" b="1" i="0" dirty="0">
                <a:solidFill>
                  <a:srgbClr val="1A1A1A"/>
                </a:solidFill>
                <a:latin typeface="Arial"/>
              </a:rPr>
              <a:t>%</a:t>
            </a:r>
            <a:endParaRPr sz="11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DA61C3-5CB0-AD6F-15AB-6C36FC922B03}"/>
              </a:ext>
            </a:extLst>
          </p:cNvPr>
          <p:cNvSpPr txBox="1"/>
          <p:nvPr/>
        </p:nvSpPr>
        <p:spPr>
          <a:xfrm>
            <a:off x="2098721" y="1706989"/>
            <a:ext cx="749567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1" i="0" dirty="0">
                <a:solidFill>
                  <a:schemeClr val="bg1">
                    <a:lumMod val="50000"/>
                  </a:schemeClr>
                </a:solidFill>
                <a:latin typeface="Arial"/>
              </a:rPr>
              <a:t>N</a:t>
            </a:r>
            <a:r>
              <a:rPr sz="1100" b="1" i="0" baseline="-25000" dirty="0">
                <a:solidFill>
                  <a:schemeClr val="bg1">
                    <a:lumMod val="50000"/>
                  </a:schemeClr>
                </a:solidFill>
                <a:latin typeface="Arial"/>
              </a:rPr>
              <a:t>c</a:t>
            </a:r>
            <a:r>
              <a:rPr sz="1100" b="1" i="0" dirty="0">
                <a:solidFill>
                  <a:schemeClr val="bg1">
                    <a:lumMod val="50000"/>
                  </a:schemeClr>
                </a:solidFill>
                <a:latin typeface="Arial"/>
              </a:rPr>
              <a:t> = </a:t>
            </a:r>
            <a:r>
              <a:rPr lang="en-US" sz="1100" b="1" dirty="0">
                <a:solidFill>
                  <a:schemeClr val="bg1">
                    <a:lumMod val="50000"/>
                  </a:schemeClr>
                </a:solidFill>
                <a:latin typeface="Arial"/>
              </a:rPr>
              <a:t>90</a:t>
            </a:r>
            <a:r>
              <a:rPr lang="en-US" sz="1100" b="1" i="0" dirty="0">
                <a:solidFill>
                  <a:schemeClr val="bg1">
                    <a:lumMod val="50000"/>
                  </a:schemeClr>
                </a:solidFill>
                <a:latin typeface="Arial"/>
              </a:rPr>
              <a:t>%</a:t>
            </a:r>
            <a:endParaRPr sz="1100" b="1" i="0" dirty="0">
              <a:solidFill>
                <a:schemeClr val="bg1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5026AC-99BB-477E-2C2F-47032743AB9F}"/>
              </a:ext>
            </a:extLst>
          </p:cNvPr>
          <p:cNvSpPr txBox="1"/>
          <p:nvPr/>
        </p:nvSpPr>
        <p:spPr>
          <a:xfrm>
            <a:off x="2165203" y="3449097"/>
            <a:ext cx="25492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1200" b="1" i="0" dirty="0">
                <a:solidFill>
                  <a:srgbClr val="6400FF"/>
                </a:solidFill>
                <a:latin typeface="Arial"/>
              </a:rPr>
              <a:t>Prediction = baseline + residual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  <p:bldGraphic spid="120" grpId="0">
        <p:bldAsOne/>
      </p:bldGraphic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53" grpId="0"/>
      <p:bldP spid="154" grpId="0" animBg="1"/>
      <p:bldP spid="155" grpId="0"/>
      <p:bldP spid="157" grpId="0"/>
      <p:bldP spid="159" grpId="0"/>
      <p:bldP spid="19" grpId="0"/>
      <p:bldP spid="23" grpId="0"/>
      <p:bldP spid="25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457200"/>
            <a:ext cx="7955279" cy="365760"/>
          </a:xfrm>
        </p:spPr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Where the maps come from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 dirty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2105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400FF"/>
                </a:solidFill>
                <a:latin typeface="Arial"/>
              </a:rPr>
              <a:t>Support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β 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5654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8534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"/>
            <a:ext cx="5925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7411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0291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375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663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03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391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037" y="1191047"/>
            <a:ext cx="137213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 dirty="0" err="1">
                <a:solidFill>
                  <a:srgbClr val="6400FF"/>
                </a:solidFill>
                <a:latin typeface="Arial"/>
              </a:rPr>
              <a:t>GasTurb</a:t>
            </a:r>
            <a:endParaRPr sz="2400" b="1" i="0" dirty="0">
              <a:solidFill>
                <a:srgbClr val="6400FF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65760" y="1755648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 dirty="0">
                <a:solidFill>
                  <a:srgbClr val="253746"/>
                </a:solidFill>
                <a:latin typeface="Arial"/>
              </a:rPr>
              <a:t>component map collection,
maps from open literature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6376" y="1191047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 dirty="0">
                <a:solidFill>
                  <a:srgbClr val="6400FF"/>
                </a:solidFill>
                <a:latin typeface="Arial"/>
              </a:rPr>
              <a:t>8 radial maps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96312" y="1755648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 dirty="0">
                <a:solidFill>
                  <a:srgbClr val="253746"/>
                </a:solidFill>
                <a:latin typeface="Arial"/>
              </a:rPr>
              <a:t>1 target + 7 candidate
support maps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3263" y="1191047"/>
            <a:ext cx="165689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 dirty="0">
                <a:solidFill>
                  <a:srgbClr val="6400FF"/>
                </a:solidFill>
                <a:latin typeface="Arial"/>
              </a:rPr>
              <a:t>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1821" y="1762563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 dirty="0">
                <a:solidFill>
                  <a:srgbClr val="253746"/>
                </a:solidFill>
                <a:latin typeface="Arial"/>
              </a:rPr>
              <a:t>points per speed line,
1300 points in total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0956" y="1191047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 dirty="0">
                <a:solidFill>
                  <a:srgbClr val="6400FF"/>
                </a:solidFill>
                <a:latin typeface="Arial"/>
              </a:rPr>
              <a:t>Acp_4001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0956" y="1755648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 dirty="0">
                <a:solidFill>
                  <a:srgbClr val="253746"/>
                </a:solidFill>
                <a:latin typeface="Arial"/>
              </a:rPr>
              <a:t>target map and case study
(AGARD CP 400)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2597572"/>
            <a:ext cx="8412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6400FF"/>
                </a:solidFill>
                <a:latin typeface="Arial"/>
              </a:rPr>
              <a:t>Candidate support maps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2963332"/>
            <a:ext cx="2011680" cy="420624"/>
          </a:xfrm>
          <a:prstGeom prst="roundRect">
            <a:avLst>
              <a:gd name="adj" fmla="val 12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253746"/>
                </a:solidFill>
                <a:latin typeface="Arial"/>
              </a:rPr>
              <a:t>ASME-94-GT-73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96312" y="2963332"/>
            <a:ext cx="2011680" cy="420624"/>
          </a:xfrm>
          <a:prstGeom prst="roundRect">
            <a:avLst>
              <a:gd name="adj" fmla="val 12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253746"/>
                </a:solidFill>
                <a:latin typeface="Arial"/>
              </a:rPr>
              <a:t>Pep82r15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26864" y="2963332"/>
            <a:ext cx="2011680" cy="420624"/>
          </a:xfrm>
          <a:prstGeom prst="roundRect">
            <a:avLst>
              <a:gd name="adj" fmla="val 12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253746"/>
                </a:solidFill>
                <a:latin typeface="Arial"/>
              </a:rPr>
              <a:t>Rad1kg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57416" y="2963332"/>
            <a:ext cx="2011680" cy="420624"/>
          </a:xfrm>
          <a:prstGeom prst="roundRect">
            <a:avLst>
              <a:gd name="adj" fmla="val 12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253746"/>
                </a:solidFill>
                <a:latin typeface="Arial"/>
              </a:rPr>
              <a:t>RadComp9-AIAA-79-1159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3530260"/>
            <a:ext cx="2011680" cy="420624"/>
          </a:xfrm>
          <a:prstGeom prst="roundRect">
            <a:avLst>
              <a:gd name="adj" fmla="val 12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253746"/>
                </a:solidFill>
                <a:latin typeface="Arial"/>
              </a:rPr>
              <a:t>RadComp10-AIAA-79-1159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96312" y="3530260"/>
            <a:ext cx="2011680" cy="420624"/>
          </a:xfrm>
          <a:prstGeom prst="roundRect">
            <a:avLst>
              <a:gd name="adj" fmla="val 12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253746"/>
                </a:solidFill>
                <a:latin typeface="Arial"/>
              </a:rPr>
              <a:t>T100rad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26864" y="3530260"/>
            <a:ext cx="2011680" cy="420624"/>
          </a:xfrm>
          <a:prstGeom prst="roundRect">
            <a:avLst>
              <a:gd name="adj" fmla="val 12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i="0">
                <a:solidFill>
                  <a:srgbClr val="253746"/>
                </a:solidFill>
                <a:latin typeface="Arial"/>
              </a:rPr>
              <a:t>T800_c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4389120"/>
            <a:ext cx="84124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 dirty="0">
                <a:solidFill>
                  <a:srgbClr val="77797C"/>
                </a:solidFill>
                <a:latin typeface="Arial"/>
              </a:rPr>
              <a:t>Different sizes and operating ranges</a:t>
            </a:r>
            <a:r>
              <a:rPr lang="en-US" sz="1100" b="0" i="1" dirty="0">
                <a:solidFill>
                  <a:srgbClr val="77797C"/>
                </a:solidFill>
                <a:latin typeface="Arial"/>
              </a:rPr>
              <a:t>,</a:t>
            </a:r>
            <a:r>
              <a:rPr sz="1100" b="0" i="1" dirty="0">
                <a:solidFill>
                  <a:srgbClr val="77797C"/>
                </a:solidFill>
                <a:latin typeface="Arial"/>
              </a:rPr>
              <a:t> which is why every map is normalized separately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457200"/>
            <a:ext cx="7955279" cy="365760"/>
          </a:xfrm>
        </p:spPr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Per-map normali</a:t>
            </a:r>
            <a:r>
              <a:rPr lang="en-US" sz="2200" b="1" i="0">
                <a:solidFill>
                  <a:srgbClr val="253746"/>
                </a:solidFill>
                <a:latin typeface="Arial"/>
              </a:rPr>
              <a:t>z</a:t>
            </a:r>
            <a:r>
              <a:rPr sz="2200" b="1" i="0">
                <a:solidFill>
                  <a:srgbClr val="253746"/>
                </a:solidFill>
                <a:latin typeface="Arial"/>
              </a:rPr>
              <a:t>ation makes maps comparable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2105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400FF"/>
                </a:solidFill>
                <a:latin typeface="Arial"/>
              </a:rPr>
              <a:t>Support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β 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5654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8534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"/>
            <a:ext cx="5925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7411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0291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375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663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03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391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 dirty="0">
                <a:solidFill>
                  <a:srgbClr val="253746"/>
                </a:solidFill>
                <a:latin typeface="Arial"/>
              </a:rPr>
              <a:t>Raw maps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74320" y="128016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Oval 20"/>
          <p:cNvSpPr/>
          <p:nvPr/>
        </p:nvSpPr>
        <p:spPr>
          <a:xfrm>
            <a:off x="411480" y="4133087"/>
            <a:ext cx="118872" cy="118872"/>
          </a:xfrm>
          <a:prstGeom prst="ellipse">
            <a:avLst/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407822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53746"/>
                </a:solidFill>
                <a:latin typeface="Arial"/>
              </a:rPr>
              <a:t>Acp_4001 (target)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4389120"/>
            <a:ext cx="118872" cy="118872"/>
          </a:xfrm>
          <a:prstGeom prst="ellipse">
            <a:avLst/>
          </a:prstGeom>
          <a:solidFill>
            <a:srgbClr val="B5B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4334256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 dirty="0">
                <a:solidFill>
                  <a:srgbClr val="253746"/>
                </a:solidFill>
                <a:latin typeface="Arial"/>
              </a:rPr>
              <a:t>support maps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 dirty="0">
                <a:solidFill>
                  <a:srgbClr val="6400FF"/>
                </a:solidFill>
                <a:latin typeface="Arial"/>
              </a:rPr>
              <a:t>Per-map z-score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0" y="1280160"/>
          <a:ext cx="42062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663440" y="40690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53746"/>
                </a:solidFill>
                <a:latin typeface="Arial"/>
              </a:rPr>
              <a:t>x</a:t>
            </a:r>
            <a:r>
              <a:rPr sz="1400" b="1" i="0" baseline="-25000">
                <a:solidFill>
                  <a:srgbClr val="253746"/>
                </a:solidFill>
                <a:latin typeface="Arial"/>
              </a:rPr>
              <a:t>z</a:t>
            </a:r>
            <a:r>
              <a:rPr sz="1400" b="1" i="0">
                <a:solidFill>
                  <a:srgbClr val="253746"/>
                </a:solidFill>
                <a:latin typeface="Arial"/>
              </a:rPr>
              <a:t> = (x − μ</a:t>
            </a:r>
            <a:r>
              <a:rPr sz="1400" b="1" i="0" baseline="-25000">
                <a:solidFill>
                  <a:srgbClr val="253746"/>
                </a:solidFill>
                <a:latin typeface="Arial"/>
              </a:rPr>
              <a:t>x,vis</a:t>
            </a:r>
            <a:r>
              <a:rPr sz="1400" b="1" i="0">
                <a:solidFill>
                  <a:srgbClr val="253746"/>
                </a:solidFill>
                <a:latin typeface="Arial"/>
              </a:rPr>
              <a:t>) / σ</a:t>
            </a:r>
            <a:r>
              <a:rPr sz="1400" b="1" i="0" baseline="-25000">
                <a:solidFill>
                  <a:srgbClr val="253746"/>
                </a:solidFill>
                <a:latin typeface="Arial"/>
              </a:rPr>
              <a:t>x,vis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3891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7797C"/>
                </a:solidFill>
                <a:latin typeface="Arial"/>
              </a:rPr>
              <a:t>μ, σ: mean and standard deviation of the visible points of that 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Graphic spid="20" grpId="0">
        <p:bldAsOne/>
      </p:bldGraphic>
      <p:bldP spid="21" grpId="0" animBg="1"/>
      <p:bldP spid="22" grpId="0"/>
      <p:bldP spid="23" grpId="0" animBg="1"/>
      <p:bldP spid="24" grpId="0"/>
      <p:bldP spid="25" grpId="0"/>
      <p:bldGraphic spid="26" grpId="0">
        <p:bldAsOne/>
      </p:bldGraphic>
      <p:bldP spid="27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457200"/>
            <a:ext cx="7955279" cy="365760"/>
          </a:xfrm>
        </p:spPr>
        <p:txBody>
          <a:bodyPr/>
          <a:lstStyle/>
          <a:p>
            <a:r>
              <a:rPr sz="2200" b="1" i="0" dirty="0">
                <a:solidFill>
                  <a:srgbClr val="253746"/>
                </a:solidFill>
                <a:latin typeface="Arial"/>
              </a:rPr>
              <a:t>Support maps are ranked by similarity to the target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 dirty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2105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400FF"/>
                </a:solidFill>
                <a:latin typeface="Arial"/>
              </a:rPr>
              <a:t>Support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β 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5654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8534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"/>
            <a:ext cx="5925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7411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0291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375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663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03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391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9" y="181367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 dirty="0">
                <a:solidFill>
                  <a:srgbClr val="6400FF"/>
                </a:solidFill>
                <a:latin typeface="Arial"/>
              </a:rPr>
              <a:t>Map descriptor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9" y="2133715"/>
            <a:ext cx="3017520" cy="12695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600"/>
              </a:spcAft>
              <a:buClr>
                <a:srgbClr val="6400FF"/>
              </a:buClr>
              <a:buFont typeface="Arial"/>
              <a:buChar char="•"/>
            </a:pPr>
            <a:r>
              <a:rPr sz="1350" b="0" i="0" dirty="0">
                <a:solidFill>
                  <a:srgbClr val="253746"/>
                </a:solidFill>
                <a:latin typeface="Arial"/>
              </a:rPr>
              <a:t>Number of speed lines</a:t>
            </a:r>
          </a:p>
          <a:p>
            <a:pPr marL="182880" indent="-182880" algn="l">
              <a:spcAft>
                <a:spcPts val="600"/>
              </a:spcAft>
              <a:buClr>
                <a:srgbClr val="6400FF"/>
              </a:buClr>
              <a:buFont typeface="Arial"/>
              <a:buChar char="•"/>
            </a:pPr>
            <a:r>
              <a:rPr sz="1350" b="0" i="0" dirty="0">
                <a:solidFill>
                  <a:srgbClr val="253746"/>
                </a:solidFill>
                <a:latin typeface="Arial"/>
              </a:rPr>
              <a:t>Speed range and spread</a:t>
            </a:r>
          </a:p>
          <a:p>
            <a:pPr marL="182880" indent="-182880" algn="l">
              <a:spcAft>
                <a:spcPts val="600"/>
              </a:spcAft>
              <a:buClr>
                <a:srgbClr val="6400FF"/>
              </a:buClr>
              <a:buFont typeface="Arial"/>
              <a:buChar char="•"/>
            </a:pPr>
            <a:r>
              <a:rPr sz="1350" b="0" i="0" dirty="0" err="1">
                <a:solidFill>
                  <a:srgbClr val="253746"/>
                </a:solidFill>
                <a:latin typeface="Arial"/>
              </a:rPr>
              <a:t>Normalised</a:t>
            </a:r>
            <a:r>
              <a:rPr sz="1350" b="0" i="0" dirty="0">
                <a:solidFill>
                  <a:srgbClr val="253746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253746"/>
                </a:solidFill>
                <a:latin typeface="Arial"/>
              </a:rPr>
              <a:t>W</a:t>
            </a:r>
            <a:r>
              <a:rPr sz="1350" b="0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350" b="0" i="0" dirty="0">
                <a:solidFill>
                  <a:srgbClr val="253746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253746"/>
                </a:solidFill>
                <a:latin typeface="Arial"/>
              </a:rPr>
              <a:t>R</a:t>
            </a:r>
            <a:r>
              <a:rPr sz="1350" b="0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350" b="0" i="0" dirty="0">
                <a:solidFill>
                  <a:srgbClr val="253746"/>
                </a:solidFill>
                <a:latin typeface="Arial"/>
              </a:rPr>
              <a:t> and </a:t>
            </a:r>
            <a:r>
              <a:rPr sz="1350" b="0" i="0" dirty="0" err="1">
                <a:solidFill>
                  <a:srgbClr val="253746"/>
                </a:solidFill>
                <a:latin typeface="Arial"/>
              </a:rPr>
              <a:t>η</a:t>
            </a:r>
            <a:r>
              <a:rPr sz="1350" b="0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350" b="0" i="0" dirty="0">
                <a:solidFill>
                  <a:srgbClr val="253746"/>
                </a:solidFill>
                <a:latin typeface="Arial"/>
              </a:rPr>
              <a:t> spans</a:t>
            </a:r>
          </a:p>
          <a:p>
            <a:pPr marL="182880" indent="-182880" algn="l">
              <a:spcAft>
                <a:spcPts val="600"/>
              </a:spcAft>
              <a:buClr>
                <a:srgbClr val="6400FF"/>
              </a:buClr>
              <a:buFont typeface="Arial"/>
              <a:buChar char="•"/>
            </a:pPr>
            <a:r>
              <a:rPr sz="1350" b="0" i="0" dirty="0">
                <a:solidFill>
                  <a:srgbClr val="253746"/>
                </a:solidFill>
                <a:latin typeface="Arial"/>
              </a:rPr>
              <a:t>Mean slope and curvature of the speed lines</a:t>
            </a:r>
            <a:endParaRPr lang="en-US" sz="1350" b="0" i="0" dirty="0">
              <a:solidFill>
                <a:srgbClr val="253746"/>
              </a:solidFill>
              <a:latin typeface="Arial"/>
            </a:endParaRPr>
          </a:p>
        </p:txBody>
      </p:sp>
      <p:graphicFrame>
        <p:nvGraphicFramePr>
          <p:cNvPr id="21" name="Char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743566"/>
              </p:ext>
            </p:extLst>
          </p:nvPr>
        </p:nvGraphicFramePr>
        <p:xfrm>
          <a:off x="3467809" y="1701701"/>
          <a:ext cx="53035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60552" y="1097476"/>
            <a:ext cx="14630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 dirty="0">
                <a:solidFill>
                  <a:srgbClr val="6400FF"/>
                </a:solidFill>
                <a:latin typeface="Arial"/>
              </a:rPr>
              <a:t>Policies tested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15032" y="1005479"/>
            <a:ext cx="1280160" cy="3840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 i="0">
                <a:solidFill>
                  <a:srgbClr val="253746"/>
                </a:solidFill>
                <a:latin typeface="Arial"/>
              </a:rPr>
              <a:t>Target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4920" y="1005479"/>
            <a:ext cx="1280160" cy="3840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 i="0">
                <a:solidFill>
                  <a:srgbClr val="253746"/>
                </a:solidFill>
                <a:latin typeface="Arial"/>
              </a:rPr>
              <a:t>1 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4808" y="1005479"/>
            <a:ext cx="1280160" cy="3840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 i="0">
                <a:solidFill>
                  <a:srgbClr val="253746"/>
                </a:solidFill>
                <a:latin typeface="Arial"/>
              </a:rPr>
              <a:t>3 nearest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4696" y="1005479"/>
            <a:ext cx="1280160" cy="3840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 i="0">
                <a:solidFill>
                  <a:srgbClr val="253746"/>
                </a:solidFill>
                <a:latin typeface="Arial"/>
              </a:rPr>
              <a:t>5 nearest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4584" y="1005479"/>
            <a:ext cx="1280160" cy="3840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 i="0">
                <a:solidFill>
                  <a:srgbClr val="253746"/>
                </a:solidFill>
                <a:latin typeface="Arial"/>
              </a:rPr>
              <a:t>All maps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837E10-5DA1-2C23-9CFB-C864FB7D8B75}"/>
              </a:ext>
            </a:extLst>
          </p:cNvPr>
          <p:cNvSpPr txBox="1"/>
          <p:nvPr/>
        </p:nvSpPr>
        <p:spPr>
          <a:xfrm>
            <a:off x="851914" y="4282034"/>
            <a:ext cx="7266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buClr>
                <a:srgbClr val="6400FF"/>
              </a:buClr>
            </a:pPr>
            <a:r>
              <a:rPr lang="en-US" sz="1400" i="1" dirty="0"/>
              <a:t>Descriptors are standardized and maps are ranked by Euclidean distance to the target</a:t>
            </a:r>
            <a:endParaRPr lang="en-US" sz="1350" i="1" dirty="0">
              <a:solidFill>
                <a:srgbClr val="253746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Graphic spid="21" grpId="0">
        <p:bldAsOne/>
      </p:bldGraphic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457200"/>
            <a:ext cx="7955279" cy="365760"/>
          </a:xfrm>
        </p:spPr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β tells the model where a point sits </a:t>
            </a:r>
            <a:r>
              <a:rPr lang="en-US" sz="2200" b="1" i="0">
                <a:solidFill>
                  <a:srgbClr val="253746"/>
                </a:solidFill>
                <a:latin typeface="Arial"/>
              </a:rPr>
              <a:t>on the </a:t>
            </a:r>
            <a:r>
              <a:rPr lang="en-US" sz="2200" b="1" i="0" err="1">
                <a:solidFill>
                  <a:srgbClr val="253746"/>
                </a:solidFill>
                <a:latin typeface="Arial"/>
              </a:rPr>
              <a:t>speedline</a:t>
            </a:r>
            <a:endParaRPr sz="2200" b="1" i="0">
              <a:solidFill>
                <a:srgbClr val="253746"/>
              </a:solidFill>
              <a:latin typeface="Arial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2105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Support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400FF"/>
                </a:solidFill>
                <a:latin typeface="Arial"/>
              </a:rPr>
              <a:t>β 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5654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8534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"/>
            <a:ext cx="5925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7411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0291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375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663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03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391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Evaluation</a:t>
            </a:r>
          </a:p>
        </p:txBody>
      </p:sp>
      <p:pic>
        <p:nvPicPr>
          <p:cNvPr id="19" name="Picture 18" descr="beta_coordinate_defin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47965"/>
            <a:ext cx="5669280" cy="38343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82830" y="1051560"/>
            <a:ext cx="2736110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1250" b="0" i="0" dirty="0">
                <a:solidFill>
                  <a:srgbClr val="253746"/>
                </a:solidFill>
                <a:latin typeface="Arial"/>
              </a:rPr>
              <a:t>When we look at a map, we easily notice shapes, </a:t>
            </a:r>
            <a:r>
              <a:rPr lang="en-US" sz="1250" dirty="0">
                <a:solidFill>
                  <a:srgbClr val="253746"/>
                </a:solidFill>
                <a:latin typeface="Arial"/>
              </a:rPr>
              <a:t>bu</a:t>
            </a:r>
            <a:r>
              <a:rPr lang="en-US" sz="1250" b="0" i="0" dirty="0">
                <a:solidFill>
                  <a:srgbClr val="253746"/>
                </a:solidFill>
                <a:latin typeface="Arial"/>
              </a:rPr>
              <a:t>t a model mainly sees a numeric table. </a:t>
            </a:r>
          </a:p>
          <a:p>
            <a:pPr>
              <a:spcAft>
                <a:spcPts val="500"/>
              </a:spcAft>
            </a:pPr>
            <a:r>
              <a:rPr lang="en-US" sz="1250" b="0" i="0" dirty="0">
                <a:solidFill>
                  <a:srgbClr val="253746"/>
                </a:solidFill>
                <a:latin typeface="Arial"/>
              </a:rPr>
              <a:t>To</a:t>
            </a:r>
            <a:r>
              <a:rPr lang="en-US" sz="1250" dirty="0">
                <a:solidFill>
                  <a:srgbClr val="253746"/>
                </a:solidFill>
                <a:latin typeface="Arial"/>
              </a:rPr>
              <a:t> give the model info on map shape, we introduce </a:t>
            </a:r>
            <a:r>
              <a:rPr lang="el-GR" sz="1200" b="1" dirty="0">
                <a:solidFill>
                  <a:srgbClr val="6400FF"/>
                </a:solidFill>
              </a:rPr>
              <a:t>β</a:t>
            </a:r>
            <a:r>
              <a:rPr lang="en-US" sz="1250" dirty="0">
                <a:solidFill>
                  <a:srgbClr val="253746"/>
                </a:solidFill>
                <a:latin typeface="Arial"/>
              </a:rPr>
              <a:t> values. </a:t>
            </a:r>
            <a:endParaRPr lang="en-US" sz="1200" b="1" i="0" dirty="0">
              <a:solidFill>
                <a:srgbClr val="6400FF"/>
              </a:solidFill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2DB065-6011-B240-E69B-385DEDF71E63}"/>
              </a:ext>
            </a:extLst>
          </p:cNvPr>
          <p:cNvSpPr txBox="1"/>
          <p:nvPr/>
        </p:nvSpPr>
        <p:spPr>
          <a:xfrm>
            <a:off x="6082830" y="2385383"/>
            <a:ext cx="2736110" cy="61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1200" b="1" i="0" dirty="0">
                <a:solidFill>
                  <a:srgbClr val="6400FF"/>
                </a:solidFill>
                <a:latin typeface="Arial"/>
              </a:rPr>
              <a:t>β = position along the line</a:t>
            </a:r>
          </a:p>
          <a:p>
            <a:pPr>
              <a:spcAft>
                <a:spcPts val="500"/>
              </a:spcAft>
            </a:pPr>
            <a:r>
              <a:rPr lang="en-US" sz="1200" b="0" i="0" dirty="0">
                <a:solidFill>
                  <a:srgbClr val="253746"/>
                </a:solidFill>
                <a:latin typeface="Arial"/>
              </a:rPr>
              <a:t>Example (a): β=0 at choke, and </a:t>
            </a:r>
            <a:r>
              <a:rPr lang="en-US" sz="1200" dirty="0">
                <a:solidFill>
                  <a:srgbClr val="253746"/>
                </a:solidFill>
              </a:rPr>
              <a:t>β=1</a:t>
            </a:r>
            <a:r>
              <a:rPr lang="en-US" sz="1200" b="0" i="0" dirty="0">
                <a:solidFill>
                  <a:srgbClr val="253746"/>
                </a:solidFill>
                <a:latin typeface="Arial"/>
              </a:rPr>
              <a:t> at surge, indicates missing point position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FA795F-91AA-6252-9138-DB4FF9916E0C}"/>
              </a:ext>
            </a:extLst>
          </p:cNvPr>
          <p:cNvSpPr txBox="1"/>
          <p:nvPr/>
        </p:nvSpPr>
        <p:spPr>
          <a:xfrm>
            <a:off x="6082830" y="3316712"/>
            <a:ext cx="2736110" cy="61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1200" b="1" i="0" dirty="0">
                <a:solidFill>
                  <a:srgbClr val="6400FF"/>
                </a:solidFill>
                <a:latin typeface="Arial"/>
              </a:rPr>
              <a:t>From visible data only</a:t>
            </a:r>
          </a:p>
          <a:p>
            <a:pPr algn="l">
              <a:spcAft>
                <a:spcPts val="500"/>
              </a:spcAft>
            </a:pPr>
            <a:r>
              <a:rPr lang="en-US" sz="1200" b="0" i="0" dirty="0">
                <a:solidFill>
                  <a:srgbClr val="253746"/>
                </a:solidFill>
                <a:latin typeface="Arial"/>
              </a:rPr>
              <a:t>Computed on the baseline, so it exists when target points are hidden</a:t>
            </a:r>
            <a:endParaRPr lang="en-US" sz="1200" b="1" i="0" dirty="0">
              <a:solidFill>
                <a:srgbClr val="6400FF"/>
              </a:solidFill>
              <a:latin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1BE6BA-CC0B-1A12-0324-3D362CA25BE8}"/>
              </a:ext>
            </a:extLst>
          </p:cNvPr>
          <p:cNvSpPr txBox="1"/>
          <p:nvPr/>
        </p:nvSpPr>
        <p:spPr>
          <a:xfrm>
            <a:off x="6082830" y="4233280"/>
            <a:ext cx="27361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1200" b="1" i="0" dirty="0">
                <a:solidFill>
                  <a:srgbClr val="6400FF"/>
                </a:solidFill>
                <a:latin typeface="Arial"/>
              </a:rPr>
              <a:t>5 possible definitions. Best definition is selected per missing data case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26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457200"/>
            <a:ext cx="7955279" cy="365760"/>
          </a:xfrm>
        </p:spPr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Input features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2105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Support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β 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5654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8534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400FF"/>
                </a:solidFill>
                <a:latin typeface="Arial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"/>
            <a:ext cx="5925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7411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0291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375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663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03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391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Evaluation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052708"/>
              </p:ext>
            </p:extLst>
          </p:nvPr>
        </p:nvGraphicFramePr>
        <p:xfrm>
          <a:off x="365760" y="1005840"/>
          <a:ext cx="8430768" cy="2939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4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Arial"/>
                        </a:rPr>
                        <a:t>Information given to the model</a:t>
                      </a:r>
                      <a:endParaRPr sz="1250" b="1" i="0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Shape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 marL="73152" marR="73152" marT="27432" marB="27432" anchor="ctr"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1" i="0" dirty="0" err="1">
                          <a:solidFill>
                            <a:srgbClr val="253746"/>
                          </a:solidFill>
                          <a:latin typeface="Arial"/>
                        </a:rPr>
                        <a:t>N</a:t>
                      </a:r>
                      <a:r>
                        <a:rPr sz="1250" b="1" i="0" baseline="-25000" dirty="0" err="1">
                          <a:solidFill>
                            <a:srgbClr val="253746"/>
                          </a:solidFill>
                          <a:latin typeface="Arial"/>
                        </a:rPr>
                        <a:t>c,rel</a:t>
                      </a:r>
                      <a:r>
                        <a:rPr sz="1250" b="1" i="0" dirty="0">
                          <a:solidFill>
                            <a:srgbClr val="253746"/>
                          </a:solidFill>
                          <a:latin typeface="Arial"/>
                        </a:rPr>
                        <a:t>, </a:t>
                      </a:r>
                      <a:r>
                        <a:rPr sz="1250" b="1" i="0" dirty="0" err="1">
                          <a:solidFill>
                            <a:srgbClr val="253746"/>
                          </a:solidFill>
                          <a:latin typeface="Arial"/>
                        </a:rPr>
                        <a:t>N</a:t>
                      </a:r>
                      <a:r>
                        <a:rPr sz="1250" b="1" i="0" baseline="-25000" dirty="0" err="1">
                          <a:solidFill>
                            <a:srgbClr val="253746"/>
                          </a:solidFill>
                          <a:latin typeface="Arial"/>
                        </a:rPr>
                        <a:t>c,z</a:t>
                      </a:r>
                      <a:endParaRPr sz="1250" b="1" i="0" baseline="-25000" dirty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Target speed relative to the visible speeds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253746"/>
                          </a:solidFill>
                          <a:latin typeface="Arial"/>
                        </a:rPr>
                        <a:t>β, β²</a:t>
                      </a:r>
                      <a:r>
                        <a:rPr sz="1250" b="0">
                          <a:solidFill>
                            <a:srgbClr val="77797C"/>
                          </a:solidFill>
                          <a:latin typeface="Arial"/>
                        </a:rPr>
                        <a:t>   + β(1−β) in Shape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Position along the predicted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253746"/>
                          </a:solidFill>
                          <a:latin typeface="Arial"/>
                        </a:rPr>
                        <a:t>W</a:t>
                      </a:r>
                      <a:r>
                        <a:rPr sz="1250" b="1" i="0" baseline="-25000" dirty="0">
                          <a:solidFill>
                            <a:srgbClr val="253746"/>
                          </a:solidFill>
                          <a:latin typeface="Arial"/>
                        </a:rPr>
                        <a:t>c,0,z</a:t>
                      </a:r>
                      <a:r>
                        <a:rPr sz="1250" b="1" i="0" dirty="0">
                          <a:solidFill>
                            <a:srgbClr val="253746"/>
                          </a:solidFill>
                          <a:latin typeface="Arial"/>
                        </a:rPr>
                        <a:t>, R</a:t>
                      </a:r>
                      <a:r>
                        <a:rPr sz="1250" b="1" i="0" baseline="-25000" dirty="0">
                          <a:solidFill>
                            <a:srgbClr val="253746"/>
                          </a:solidFill>
                          <a:latin typeface="Arial"/>
                        </a:rPr>
                        <a:t>c,0,z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Baseline point before correction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253746"/>
                          </a:solidFill>
                          <a:latin typeface="Arial"/>
                        </a:rPr>
                        <a:t>W′</a:t>
                      </a:r>
                      <a:r>
                        <a:rPr sz="1250" b="1" i="0" baseline="-25000" dirty="0">
                          <a:solidFill>
                            <a:srgbClr val="253746"/>
                          </a:solidFill>
                          <a:latin typeface="Arial"/>
                        </a:rPr>
                        <a:t>0</a:t>
                      </a:r>
                      <a:r>
                        <a:rPr sz="1250" b="1" i="0" dirty="0">
                          <a:solidFill>
                            <a:srgbClr val="253746"/>
                          </a:solidFill>
                          <a:latin typeface="Arial"/>
                        </a:rPr>
                        <a:t>, R′</a:t>
                      </a:r>
                      <a:r>
                        <a:rPr sz="1250" b="1" i="0" baseline="-25000" dirty="0">
                          <a:solidFill>
                            <a:srgbClr val="25374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Local change along the baseline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253746"/>
                          </a:solidFill>
                          <a:latin typeface="Arial"/>
                        </a:rPr>
                        <a:t>s</a:t>
                      </a:r>
                      <a:r>
                        <a:rPr sz="1250" b="1" i="0" baseline="-25000" dirty="0">
                          <a:solidFill>
                            <a:srgbClr val="253746"/>
                          </a:solidFill>
                          <a:latin typeface="Arial"/>
                        </a:rPr>
                        <a:t>0</a:t>
                      </a:r>
                      <a:r>
                        <a:rPr sz="1250" b="1" i="0" dirty="0">
                          <a:solidFill>
                            <a:srgbClr val="253746"/>
                          </a:solidFill>
                          <a:latin typeface="Arial"/>
                        </a:rPr>
                        <a:t>, κ</a:t>
                      </a:r>
                      <a:r>
                        <a:rPr sz="1250" b="1" i="0" baseline="-25000" dirty="0">
                          <a:solidFill>
                            <a:srgbClr val="25374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Local slope and curvature of the baseline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253746"/>
                          </a:solidFill>
                          <a:latin typeface="Arial"/>
                        </a:rPr>
                        <a:t>Boundary point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Last visible point next to the gap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253746"/>
                          </a:solidFill>
                          <a:latin typeface="Arial"/>
                        </a:rPr>
                        <a:t>Direction vector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Direction in which the line is extended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53746"/>
                          </a:solidFill>
                          <a:latin typeface="Arial"/>
                        </a:rPr>
                        <a:t>●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1" i="0" dirty="0">
                          <a:solidFill>
                            <a:srgbClr val="253746"/>
                          </a:solidFill>
                          <a:latin typeface="Arial"/>
                        </a:rPr>
                        <a:t>Map descriptors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Spans of </a:t>
                      </a:r>
                      <a:r>
                        <a:rPr sz="1250" b="0" i="0" dirty="0" err="1">
                          <a:solidFill>
                            <a:srgbClr val="253746"/>
                          </a:solidFill>
                          <a:latin typeface="Arial"/>
                        </a:rPr>
                        <a:t>W</a:t>
                      </a:r>
                      <a:r>
                        <a:rPr sz="1250" b="0" i="0" baseline="-25000" dirty="0" err="1">
                          <a:solidFill>
                            <a:srgbClr val="253746"/>
                          </a:solidFill>
                          <a:latin typeface="Arial"/>
                        </a:rPr>
                        <a:t>c</a:t>
                      </a:r>
                      <a:r>
                        <a:rPr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, </a:t>
                      </a:r>
                      <a:r>
                        <a:rPr sz="1250" b="0" i="0" dirty="0" err="1">
                          <a:solidFill>
                            <a:srgbClr val="253746"/>
                          </a:solidFill>
                          <a:latin typeface="Arial"/>
                        </a:rPr>
                        <a:t>R</a:t>
                      </a:r>
                      <a:r>
                        <a:rPr sz="1250" b="0" i="0" baseline="-25000" dirty="0" err="1">
                          <a:solidFill>
                            <a:srgbClr val="253746"/>
                          </a:solidFill>
                          <a:latin typeface="Arial"/>
                        </a:rPr>
                        <a:t>c</a:t>
                      </a:r>
                      <a:r>
                        <a:rPr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,</a:t>
                      </a:r>
                      <a:r>
                        <a:rPr lang="en-US"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 and</a:t>
                      </a:r>
                      <a:r>
                        <a:rPr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 N</a:t>
                      </a:r>
                      <a:r>
                        <a:rPr sz="1250" b="0" i="0" baseline="-25000" dirty="0">
                          <a:solidFill>
                            <a:srgbClr val="253746"/>
                          </a:solidFill>
                          <a:latin typeface="Arial"/>
                        </a:rPr>
                        <a:t>c</a:t>
                      </a:r>
                      <a:r>
                        <a:rPr lang="en-US"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, a</a:t>
                      </a:r>
                      <a:r>
                        <a:rPr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nd </a:t>
                      </a:r>
                      <a:r>
                        <a:rPr lang="en-US"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number </a:t>
                      </a:r>
                      <a:r>
                        <a:rPr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of </a:t>
                      </a:r>
                      <a:r>
                        <a:rPr lang="en-US" sz="1250" b="0" i="0" dirty="0">
                          <a:solidFill>
                            <a:srgbClr val="253746"/>
                          </a:solidFill>
                          <a:latin typeface="Arial"/>
                        </a:rPr>
                        <a:t>original speeds</a:t>
                      </a:r>
                      <a:endParaRPr sz="1250" b="0" i="0" dirty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50" b="0" dirty="0">
                          <a:solidFill>
                            <a:srgbClr val="253746"/>
                          </a:solidFill>
                          <a:latin typeface="Arial"/>
                        </a:rPr>
                        <a:t>only in the </a:t>
                      </a:r>
                      <a:r>
                        <a:rPr sz="1250" b="1" dirty="0">
                          <a:solidFill>
                            <a:srgbClr val="6400FF"/>
                          </a:solidFill>
                          <a:latin typeface="Arial"/>
                        </a:rPr>
                        <a:t>Full</a:t>
                      </a:r>
                      <a:r>
                        <a:rPr sz="1250" b="0" dirty="0">
                          <a:solidFill>
                            <a:srgbClr val="253746"/>
                          </a:solidFill>
                          <a:latin typeface="Arial"/>
                        </a:rPr>
                        <a:t> variant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" y="4103313"/>
            <a:ext cx="41148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77797C"/>
                </a:solidFill>
                <a:latin typeface="Arial"/>
              </a:rPr>
              <a:t>Missing speed lines: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315968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253746"/>
                </a:solidFill>
                <a:latin typeface="Arial"/>
              </a:rPr>
              <a:t>Shape</a:t>
            </a:r>
            <a:r>
              <a:rPr sz="1050" b="0">
                <a:solidFill>
                  <a:srgbClr val="77797C"/>
                </a:solidFill>
                <a:latin typeface="Arial"/>
              </a:rPr>
              <a:t>  11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31596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77797C"/>
                </a:solidFill>
                <a:latin typeface="Arial"/>
              </a:rPr>
              <a:t>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31596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>
                <a:solidFill>
                  <a:srgbClr val="6400FF"/>
                </a:solidFill>
                <a:latin typeface="Arial"/>
              </a:rPr>
              <a:t>Full</a:t>
            </a:r>
            <a:r>
              <a:rPr sz="1050" b="0">
                <a:solidFill>
                  <a:srgbClr val="253746"/>
                </a:solidFill>
                <a:latin typeface="Arial"/>
              </a:rPr>
              <a:t> = Shape + 4 descriptors  </a:t>
            </a:r>
            <a:r>
              <a:rPr sz="1050" b="0">
                <a:solidFill>
                  <a:srgbClr val="77797C"/>
                </a:solidFill>
                <a:latin typeface="Arial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103313"/>
            <a:ext cx="41148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>
                <a:solidFill>
                  <a:srgbClr val="77797C"/>
                </a:solidFill>
                <a:latin typeface="Arial"/>
              </a:rPr>
              <a:t>Surge / choke completion: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81728" y="4315968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 dirty="0">
                <a:solidFill>
                  <a:srgbClr val="253746"/>
                </a:solidFill>
                <a:latin typeface="Arial"/>
              </a:rPr>
              <a:t>Direction</a:t>
            </a:r>
            <a:r>
              <a:rPr sz="1050" b="0" dirty="0">
                <a:solidFill>
                  <a:srgbClr val="77797C"/>
                </a:solidFill>
                <a:latin typeface="Arial"/>
              </a:rPr>
              <a:t>  10 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31596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rgbClr val="77797C"/>
                </a:solidFill>
                <a:latin typeface="Arial"/>
              </a:rPr>
              <a:t>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64808" y="431596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00" b="1" dirty="0">
                <a:solidFill>
                  <a:srgbClr val="6400FF"/>
                </a:solidFill>
                <a:latin typeface="Arial"/>
              </a:rPr>
              <a:t>Full</a:t>
            </a:r>
            <a:r>
              <a:rPr sz="1050" b="0" dirty="0">
                <a:solidFill>
                  <a:srgbClr val="253746"/>
                </a:solidFill>
                <a:latin typeface="Arial"/>
              </a:rPr>
              <a:t> = Direction + 4 descriptors  </a:t>
            </a:r>
            <a:r>
              <a:rPr sz="1050" b="0" dirty="0">
                <a:solidFill>
                  <a:srgbClr val="77797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457200"/>
            <a:ext cx="7955279" cy="365760"/>
          </a:xfrm>
        </p:spPr>
        <p:txBody>
          <a:bodyPr/>
          <a:lstStyle/>
          <a:p>
            <a:r>
              <a:rPr sz="2200" b="1" i="0" dirty="0">
                <a:solidFill>
                  <a:srgbClr val="253746"/>
                </a:solidFill>
                <a:latin typeface="Arial"/>
              </a:rPr>
              <a:t>Candidate models and hyperparameter tuning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2105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Support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β 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5654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8534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"/>
            <a:ext cx="5925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400FF"/>
                </a:solidFill>
                <a:latin typeface="Arial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7411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0291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400FF"/>
                </a:solidFill>
                <a:latin typeface="Arial"/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375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663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03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391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360" y="13436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 dirty="0">
                <a:solidFill>
                  <a:srgbClr val="77797C"/>
                </a:solidFill>
                <a:latin typeface="Arial"/>
              </a:rPr>
              <a:t>Linear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0360" y="1709420"/>
            <a:ext cx="2651760" cy="438912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l"/>
            <a:r>
              <a:rPr sz="1500" b="1" i="0">
                <a:solidFill>
                  <a:srgbClr val="253746"/>
                </a:solidFill>
                <a:latin typeface="Arial"/>
              </a:rPr>
              <a:t>Linear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0360" y="2258060"/>
            <a:ext cx="2651760" cy="438912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l"/>
            <a:r>
              <a:rPr sz="1500" b="1" i="0">
                <a:solidFill>
                  <a:srgbClr val="253746"/>
                </a:solidFill>
                <a:latin typeface="Arial"/>
              </a:rPr>
              <a:t>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5000" y="13436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77797C"/>
                </a:solidFill>
                <a:latin typeface="Arial"/>
              </a:rPr>
              <a:t>Tree ensembles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75000" y="1709420"/>
            <a:ext cx="2651760" cy="438912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l"/>
            <a:r>
              <a:rPr sz="1500" b="1" i="0">
                <a:solidFill>
                  <a:srgbClr val="253746"/>
                </a:solidFill>
                <a:latin typeface="Arial"/>
              </a:rPr>
              <a:t>ExtraTrees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75000" y="2258060"/>
            <a:ext cx="2651760" cy="438912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l"/>
            <a:r>
              <a:rPr sz="1500" b="1" i="0">
                <a:solidFill>
                  <a:srgbClr val="253746"/>
                </a:solidFill>
                <a:latin typeface="Arial"/>
              </a:rPr>
              <a:t>Random Forest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75000" y="2806700"/>
            <a:ext cx="2651760" cy="438912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l"/>
            <a:r>
              <a:rPr sz="1500" b="1" i="0">
                <a:solidFill>
                  <a:srgbClr val="253746"/>
                </a:solidFill>
                <a:latin typeface="Arial"/>
              </a:rPr>
              <a:t>Gradient Boosting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9640" y="13436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77797C"/>
                </a:solidFill>
                <a:latin typeface="Arial"/>
              </a:rPr>
              <a:t>Kernel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09640" y="1709420"/>
            <a:ext cx="2651760" cy="438912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l"/>
            <a:r>
              <a:rPr sz="1500" b="1" i="0">
                <a:solidFill>
                  <a:srgbClr val="253746"/>
                </a:solidFill>
                <a:latin typeface="Arial"/>
              </a:rPr>
              <a:t>Gaussian 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59" y="353872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400FF"/>
                </a:solidFill>
                <a:latin typeface="Arial"/>
              </a:rPr>
              <a:t>Hyperparameters tuned per case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59" y="3867912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0" i="0">
                <a:solidFill>
                  <a:srgbClr val="253746"/>
                </a:solidFill>
                <a:latin typeface="Arial"/>
              </a:rPr>
              <a:t>no. of trees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6191" y="3867912"/>
            <a:ext cx="15773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0" i="0">
                <a:solidFill>
                  <a:srgbClr val="253746"/>
                </a:solidFill>
                <a:latin typeface="Arial"/>
              </a:rPr>
              <a:t>feature subsampling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86683" y="3867912"/>
            <a:ext cx="89153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0" i="0">
                <a:solidFill>
                  <a:srgbClr val="253746"/>
                </a:solidFill>
                <a:latin typeface="Arial"/>
              </a:rPr>
              <a:t>leaf size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51375" y="3867912"/>
            <a:ext cx="6172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0" i="0">
                <a:solidFill>
                  <a:srgbClr val="253746"/>
                </a:solidFill>
                <a:latin typeface="Arial"/>
              </a:rPr>
              <a:t>depth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1747" y="3867912"/>
            <a:ext cx="11658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0" i="0">
                <a:solidFill>
                  <a:srgbClr val="253746"/>
                </a:solidFill>
                <a:latin typeface="Arial"/>
              </a:rPr>
              <a:t>learning 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59" y="3867912"/>
            <a:ext cx="12344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0" i="0">
                <a:solidFill>
                  <a:srgbClr val="253746"/>
                </a:solidFill>
                <a:latin typeface="Arial"/>
              </a:rPr>
              <a:t>regularisation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88351" y="3867912"/>
            <a:ext cx="685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C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50" b="0" i="0">
                <a:solidFill>
                  <a:srgbClr val="253746"/>
                </a:solidFill>
                <a:latin typeface="Arial"/>
              </a:rPr>
              <a:t>kernel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1" grpId="0" animBg="1"/>
      <p:bldP spid="22" grpId="0"/>
      <p:bldP spid="23" grpId="0" animBg="1"/>
      <p:bldP spid="24" grpId="0" animBg="1"/>
      <p:bldP spid="25" grpId="0" animBg="1"/>
      <p:bldP spid="26" grpId="0"/>
      <p:bldP spid="27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457200"/>
            <a:ext cx="8112555" cy="365760"/>
          </a:xfrm>
        </p:spPr>
        <p:txBody>
          <a:bodyPr/>
          <a:lstStyle/>
          <a:p>
            <a:r>
              <a:rPr sz="2200" b="1" i="0" dirty="0">
                <a:solidFill>
                  <a:srgbClr val="253746"/>
                </a:solidFill>
                <a:latin typeface="Arial"/>
              </a:rPr>
              <a:t>Efficiency: surface </a:t>
            </a:r>
            <a:r>
              <a:rPr lang="en-US" sz="2200" b="1" i="0" dirty="0">
                <a:solidFill>
                  <a:srgbClr val="253746"/>
                </a:solidFill>
                <a:latin typeface="Arial"/>
              </a:rPr>
              <a:t>prediction </a:t>
            </a:r>
            <a:r>
              <a:rPr sz="2200" b="1" i="0" dirty="0">
                <a:solidFill>
                  <a:srgbClr val="253746"/>
                </a:solidFill>
                <a:latin typeface="Arial"/>
              </a:rPr>
              <a:t>allows</a:t>
            </a:r>
            <a:r>
              <a:rPr lang="en-US" sz="2200" b="1" i="0" dirty="0">
                <a:solidFill>
                  <a:srgbClr val="253746"/>
                </a:solidFill>
                <a:latin typeface="Arial"/>
              </a:rPr>
              <a:t> using</a:t>
            </a:r>
            <a:r>
              <a:rPr sz="2200" b="1" i="0" dirty="0">
                <a:solidFill>
                  <a:srgbClr val="253746"/>
                </a:solidFill>
                <a:latin typeface="Arial"/>
              </a:rPr>
              <a:t> simpler methods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2105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Support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β 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5654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8534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"/>
            <a:ext cx="5925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7411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0291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375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663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400FF"/>
                </a:solidFill>
                <a:latin typeface="Arial"/>
              </a:rPr>
              <a:t>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03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391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rgbClr val="77797C"/>
                </a:solidFill>
                <a:latin typeface="Arial"/>
              </a:rPr>
              <a:t>Approach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12801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53746"/>
                </a:solidFill>
                <a:latin typeface="Arial"/>
              </a:rPr>
              <a:t>Common RBF surface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783080"/>
            <a:ext cx="4114800" cy="731520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900" b="1" i="0" err="1">
                <a:solidFill>
                  <a:srgbClr val="6400FF"/>
                </a:solidFill>
                <a:latin typeface="Arial"/>
              </a:rPr>
              <a:t>η</a:t>
            </a:r>
            <a:r>
              <a:rPr sz="1900" b="1" i="0" baseline="-25000" err="1">
                <a:solidFill>
                  <a:srgbClr val="6400FF"/>
                </a:solidFill>
                <a:latin typeface="Arial"/>
              </a:rPr>
              <a:t>c</a:t>
            </a:r>
            <a:r>
              <a:rPr sz="1900" b="1" i="0">
                <a:solidFill>
                  <a:srgbClr val="6400FF"/>
                </a:solidFill>
                <a:latin typeface="Arial"/>
              </a:rPr>
              <a:t> = </a:t>
            </a:r>
            <a:r>
              <a:rPr sz="1900" b="1" i="0" err="1">
                <a:solidFill>
                  <a:srgbClr val="6400FF"/>
                </a:solidFill>
                <a:latin typeface="Arial"/>
              </a:rPr>
              <a:t>f</a:t>
            </a:r>
            <a:r>
              <a:rPr sz="1900" b="1" i="0" baseline="-25000" err="1">
                <a:solidFill>
                  <a:srgbClr val="6400FF"/>
                </a:solidFill>
                <a:latin typeface="Arial"/>
              </a:rPr>
              <a:t>RBF</a:t>
            </a:r>
            <a:r>
              <a:rPr sz="1900" b="1" i="0">
                <a:solidFill>
                  <a:srgbClr val="6400FF"/>
                </a:solidFill>
                <a:latin typeface="Arial"/>
              </a:rPr>
              <a:t>(N</a:t>
            </a:r>
            <a:r>
              <a:rPr sz="1900" b="1" i="0" baseline="-25000">
                <a:solidFill>
                  <a:srgbClr val="6400FF"/>
                </a:solidFill>
                <a:latin typeface="Arial"/>
              </a:rPr>
              <a:t>c</a:t>
            </a:r>
            <a:r>
              <a:rPr sz="1900" b="1" i="0">
                <a:solidFill>
                  <a:srgbClr val="6400FF"/>
                </a:solidFill>
                <a:latin typeface="Arial"/>
              </a:rPr>
              <a:t>, β)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697480"/>
            <a:ext cx="4114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 dirty="0">
                <a:solidFill>
                  <a:srgbClr val="77797C"/>
                </a:solidFill>
                <a:latin typeface="Arial"/>
              </a:rPr>
              <a:t>Visible target efficiency only: no baseline, no support maps</a:t>
            </a:r>
          </a:p>
          <a:p>
            <a:pPr algn="l">
              <a:spcAft>
                <a:spcPts val="800"/>
              </a:spcAft>
            </a:pPr>
            <a:r>
              <a:rPr sz="1400" b="0" i="0" dirty="0">
                <a:solidFill>
                  <a:srgbClr val="253746"/>
                </a:solidFill>
                <a:latin typeface="Arial"/>
              </a:rPr>
              <a:t>+  Simple, same set-up for all cases</a:t>
            </a:r>
          </a:p>
          <a:p>
            <a:pPr algn="l">
              <a:spcAft>
                <a:spcPts val="800"/>
              </a:spcAft>
            </a:pPr>
            <a:r>
              <a:rPr sz="1400" b="0" i="0" dirty="0">
                <a:solidFill>
                  <a:srgbClr val="253746"/>
                </a:solidFill>
                <a:latin typeface="Arial"/>
              </a:rPr>
              <a:t>+  Accurate when interpolating</a:t>
            </a:r>
          </a:p>
          <a:p>
            <a:pPr algn="l">
              <a:spcAft>
                <a:spcPts val="800"/>
              </a:spcAft>
            </a:pPr>
            <a:r>
              <a:rPr sz="1400" b="0" i="0" dirty="0">
                <a:solidFill>
                  <a:srgbClr val="253746"/>
                </a:solidFill>
                <a:latin typeface="Arial"/>
              </a:rPr>
              <a:t>−  Extrapolates poorly when a boundary is missing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1005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dirty="0">
                <a:solidFill>
                  <a:srgbClr val="77797C"/>
                </a:solidFill>
                <a:latin typeface="Arial"/>
              </a:rPr>
              <a:t>Approach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1280160"/>
            <a:ext cx="411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i="0">
                <a:solidFill>
                  <a:srgbClr val="253746"/>
                </a:solidFill>
                <a:latin typeface="Arial"/>
              </a:rPr>
              <a:t>Case-wise</a:t>
            </a:r>
            <a:r>
              <a:rPr sz="1800" b="1" i="0">
                <a:solidFill>
                  <a:srgbClr val="253746"/>
                </a:solidFill>
                <a:latin typeface="Arial"/>
              </a:rPr>
              <a:t> prediction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81728" y="1783080"/>
            <a:ext cx="4114800" cy="731520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900" b="1" i="0">
                <a:solidFill>
                  <a:srgbClr val="6400FF"/>
                </a:solidFill>
                <a:latin typeface="Arial"/>
              </a:rPr>
              <a:t>η</a:t>
            </a:r>
            <a:r>
              <a:rPr sz="1900" b="1" i="0" baseline="-25000">
                <a:solidFill>
                  <a:srgbClr val="6400FF"/>
                </a:solidFill>
                <a:latin typeface="Arial"/>
              </a:rPr>
              <a:t>c</a:t>
            </a:r>
            <a:r>
              <a:rPr sz="1900" b="1" i="0">
                <a:solidFill>
                  <a:srgbClr val="6400FF"/>
                </a:solidFill>
                <a:latin typeface="Arial"/>
              </a:rPr>
              <a:t> = η</a:t>
            </a:r>
            <a:r>
              <a:rPr sz="1900" b="1" i="0" baseline="-25000">
                <a:solidFill>
                  <a:srgbClr val="6400FF"/>
                </a:solidFill>
                <a:latin typeface="Arial"/>
              </a:rPr>
              <a:t>c,0</a:t>
            </a:r>
            <a:r>
              <a:rPr sz="1900" b="1" i="0">
                <a:solidFill>
                  <a:srgbClr val="6400FF"/>
                </a:solidFill>
                <a:latin typeface="Arial"/>
              </a:rPr>
              <a:t> + residual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2697480"/>
            <a:ext cx="4114800" cy="1020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 i="0" dirty="0">
                <a:solidFill>
                  <a:srgbClr val="77797C"/>
                </a:solidFill>
                <a:latin typeface="Arial"/>
              </a:rPr>
              <a:t>Same baseline and policy selection as</a:t>
            </a:r>
            <a:r>
              <a:rPr lang="en-US" sz="1250" b="0" i="0" dirty="0">
                <a:solidFill>
                  <a:srgbClr val="77797C"/>
                </a:solidFill>
                <a:latin typeface="Arial"/>
              </a:rPr>
              <a:t> in</a:t>
            </a:r>
            <a:r>
              <a:rPr sz="1250" b="0" i="0" dirty="0">
                <a:solidFill>
                  <a:srgbClr val="77797C"/>
                </a:solidFill>
                <a:latin typeface="Arial"/>
              </a:rPr>
              <a:t> geometry</a:t>
            </a:r>
            <a:r>
              <a:rPr lang="en-US" sz="1250" b="0" i="0" dirty="0">
                <a:solidFill>
                  <a:srgbClr val="77797C"/>
                </a:solidFill>
                <a:latin typeface="Arial"/>
              </a:rPr>
              <a:t> prediction</a:t>
            </a:r>
            <a:endParaRPr sz="1250" b="0" i="0" dirty="0">
              <a:solidFill>
                <a:srgbClr val="77797C"/>
              </a:solidFill>
              <a:latin typeface="Arial"/>
            </a:endParaRPr>
          </a:p>
          <a:p>
            <a:pPr algn="l">
              <a:spcAft>
                <a:spcPts val="800"/>
              </a:spcAft>
            </a:pPr>
            <a:r>
              <a:rPr sz="1400" b="0" i="0" dirty="0">
                <a:solidFill>
                  <a:srgbClr val="253746"/>
                </a:solidFill>
                <a:latin typeface="Arial"/>
              </a:rPr>
              <a:t>+  Better when extrapolating</a:t>
            </a:r>
          </a:p>
          <a:p>
            <a:pPr algn="l">
              <a:spcAft>
                <a:spcPts val="800"/>
              </a:spcAft>
            </a:pPr>
            <a:r>
              <a:rPr sz="1400" b="0" i="0" dirty="0">
                <a:solidFill>
                  <a:srgbClr val="253746"/>
                </a:solidFill>
                <a:latin typeface="Arial"/>
              </a:rPr>
              <a:t>−  Needs its own configuration per case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 animBg="1"/>
      <p:bldP spid="22" grpId="0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65760" y="457200"/>
            <a:ext cx="7955279" cy="365760"/>
          </a:xfrm>
        </p:spPr>
        <p:txBody>
          <a:bodyPr/>
          <a:lstStyle/>
          <a:p>
            <a:r>
              <a:rPr sz="2200" b="1" i="0" dirty="0">
                <a:solidFill>
                  <a:srgbClr val="253746"/>
                </a:solidFill>
                <a:latin typeface="Arial"/>
              </a:rPr>
              <a:t>How errors are measured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9225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2105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Support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"/>
            <a:ext cx="10753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β coordinate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5654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8534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"/>
            <a:ext cx="59253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7411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0291" y="182880"/>
            <a:ext cx="75346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375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663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1036" y="18288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B5B7BB"/>
                </a:solidFill>
                <a:latin typeface="Arial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3916" y="182880"/>
            <a:ext cx="91439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400FF"/>
                </a:solidFill>
                <a:latin typeface="Arial"/>
              </a:rPr>
              <a:t>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1196340"/>
            <a:ext cx="4114800" cy="292608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FC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13335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 dirty="0">
                <a:solidFill>
                  <a:srgbClr val="6400FF"/>
                </a:solidFill>
                <a:latin typeface="Arial"/>
              </a:rPr>
              <a:t>Geometry  (</a:t>
            </a:r>
            <a:r>
              <a:rPr sz="1700" b="1" i="0" dirty="0" err="1">
                <a:solidFill>
                  <a:srgbClr val="6400FF"/>
                </a:solidFill>
                <a:latin typeface="Arial"/>
              </a:rPr>
              <a:t>W</a:t>
            </a:r>
            <a:r>
              <a:rPr sz="1700" b="1" i="0" baseline="-25000" dirty="0" err="1">
                <a:solidFill>
                  <a:srgbClr val="6400FF"/>
                </a:solidFill>
                <a:latin typeface="Arial"/>
              </a:rPr>
              <a:t>c</a:t>
            </a:r>
            <a:r>
              <a:rPr sz="1700" b="1" i="0" dirty="0">
                <a:solidFill>
                  <a:srgbClr val="6400FF"/>
                </a:solidFill>
                <a:latin typeface="Arial"/>
              </a:rPr>
              <a:t>, </a:t>
            </a:r>
            <a:r>
              <a:rPr sz="1700" b="1" i="0" dirty="0" err="1">
                <a:solidFill>
                  <a:srgbClr val="6400FF"/>
                </a:solidFill>
                <a:latin typeface="Arial"/>
              </a:rPr>
              <a:t>R</a:t>
            </a:r>
            <a:r>
              <a:rPr sz="1700" b="1" i="0" baseline="-25000" dirty="0" err="1">
                <a:solidFill>
                  <a:srgbClr val="6400FF"/>
                </a:solidFill>
                <a:latin typeface="Arial"/>
              </a:rPr>
              <a:t>c</a:t>
            </a:r>
            <a:r>
              <a:rPr sz="1700" b="1" i="0" dirty="0">
                <a:solidFill>
                  <a:srgbClr val="6400FF"/>
                </a:solidFill>
                <a:latin typeface="Arial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836420"/>
            <a:ext cx="3657600" cy="1677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1000"/>
              </a:spcAft>
              <a:buClr>
                <a:srgbClr val="6400FF"/>
              </a:buClr>
              <a:buFont typeface="Arial"/>
              <a:buChar char="•"/>
            </a:pPr>
            <a:r>
              <a:rPr sz="1400" b="0" i="0" dirty="0">
                <a:solidFill>
                  <a:srgbClr val="253746"/>
                </a:solidFill>
                <a:latin typeface="Arial"/>
              </a:rPr>
              <a:t>RMSE per withheld speed line or endpoint segment</a:t>
            </a:r>
          </a:p>
          <a:p>
            <a:pPr marL="182880" indent="-182880" algn="l">
              <a:spcAft>
                <a:spcPts val="1000"/>
              </a:spcAft>
              <a:buClr>
                <a:srgbClr val="6400FF"/>
              </a:buClr>
              <a:buFont typeface="Arial"/>
              <a:buChar char="•"/>
            </a:pPr>
            <a:r>
              <a:rPr sz="1400" b="0" i="0" dirty="0">
                <a:solidFill>
                  <a:srgbClr val="253746"/>
                </a:solidFill>
                <a:latin typeface="Arial"/>
              </a:rPr>
              <a:t>Computed separately for </a:t>
            </a:r>
            <a:r>
              <a:rPr sz="1400" b="0" i="0" dirty="0" err="1">
                <a:solidFill>
                  <a:srgbClr val="253746"/>
                </a:solidFill>
                <a:latin typeface="Arial"/>
              </a:rPr>
              <a:t>R</a:t>
            </a:r>
            <a:r>
              <a:rPr sz="1400" b="0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400" b="0" i="0" dirty="0">
                <a:solidFill>
                  <a:srgbClr val="253746"/>
                </a:solidFill>
                <a:latin typeface="Arial"/>
              </a:rPr>
              <a:t> and </a:t>
            </a:r>
            <a:r>
              <a:rPr sz="1400" b="0" i="0" dirty="0" err="1">
                <a:solidFill>
                  <a:srgbClr val="253746"/>
                </a:solidFill>
                <a:latin typeface="Arial"/>
              </a:rPr>
              <a:t>W</a:t>
            </a:r>
            <a:r>
              <a:rPr sz="1400" b="0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400" b="0" i="0" dirty="0">
                <a:solidFill>
                  <a:srgbClr val="253746"/>
                </a:solidFill>
                <a:latin typeface="Arial"/>
              </a:rPr>
              <a:t>, then averaged per case</a:t>
            </a:r>
          </a:p>
          <a:p>
            <a:pPr marL="182880" indent="-182880" algn="l">
              <a:spcAft>
                <a:spcPts val="1000"/>
              </a:spcAft>
              <a:buClr>
                <a:srgbClr val="6400FF"/>
              </a:buClr>
              <a:buFont typeface="Arial"/>
              <a:buChar char="•"/>
            </a:pPr>
            <a:r>
              <a:rPr sz="1400" b="0" i="0" dirty="0">
                <a:solidFill>
                  <a:srgbClr val="253746"/>
                </a:solidFill>
                <a:latin typeface="Arial"/>
              </a:rPr>
              <a:t>Ranking score:  </a:t>
            </a:r>
            <a:endParaRPr lang="en-US" sz="1400" b="0" i="0" dirty="0">
              <a:solidFill>
                <a:srgbClr val="253746"/>
              </a:solidFill>
              <a:latin typeface="Arial"/>
            </a:endParaRPr>
          </a:p>
          <a:p>
            <a:pPr lvl="2">
              <a:spcAft>
                <a:spcPts val="1000"/>
              </a:spcAft>
              <a:buClr>
                <a:srgbClr val="6400FF"/>
              </a:buClr>
            </a:pPr>
            <a:r>
              <a:rPr sz="1400" b="0" i="0" dirty="0" err="1">
                <a:solidFill>
                  <a:srgbClr val="253746"/>
                </a:solidFill>
                <a:latin typeface="Arial"/>
              </a:rPr>
              <a:t>S</a:t>
            </a:r>
            <a:r>
              <a:rPr sz="1400" b="0" i="0" baseline="-25000" dirty="0" err="1">
                <a:solidFill>
                  <a:srgbClr val="253746"/>
                </a:solidFill>
                <a:latin typeface="Arial"/>
              </a:rPr>
              <a:t>geom</a:t>
            </a:r>
            <a:r>
              <a:rPr sz="1400" b="0" i="0" dirty="0">
                <a:solidFill>
                  <a:srgbClr val="253746"/>
                </a:solidFill>
                <a:latin typeface="Arial"/>
              </a:rPr>
              <a:t> = ½ (</a:t>
            </a:r>
            <a:r>
              <a:rPr sz="1400" b="0" i="0" dirty="0" err="1">
                <a:solidFill>
                  <a:srgbClr val="253746"/>
                </a:solidFill>
                <a:latin typeface="Arial"/>
              </a:rPr>
              <a:t>RMSE</a:t>
            </a:r>
            <a:r>
              <a:rPr sz="1400" b="0" i="0" baseline="-25000" dirty="0" err="1">
                <a:solidFill>
                  <a:srgbClr val="253746"/>
                </a:solidFill>
                <a:latin typeface="Arial"/>
              </a:rPr>
              <a:t>Rc</a:t>
            </a:r>
            <a:r>
              <a:rPr sz="1400" b="0" i="0" dirty="0">
                <a:solidFill>
                  <a:srgbClr val="253746"/>
                </a:solidFill>
                <a:latin typeface="Arial"/>
              </a:rPr>
              <a:t> + </a:t>
            </a:r>
            <a:r>
              <a:rPr sz="1400" b="0" i="0" dirty="0" err="1">
                <a:solidFill>
                  <a:srgbClr val="253746"/>
                </a:solidFill>
                <a:latin typeface="Arial"/>
              </a:rPr>
              <a:t>RMSE</a:t>
            </a:r>
            <a:r>
              <a:rPr sz="1400" b="0" i="0" baseline="-25000" dirty="0" err="1">
                <a:solidFill>
                  <a:srgbClr val="253746"/>
                </a:solidFill>
                <a:latin typeface="Arial"/>
              </a:rPr>
              <a:t>Wc</a:t>
            </a:r>
            <a:r>
              <a:rPr sz="1400" b="0" i="0" dirty="0">
                <a:solidFill>
                  <a:srgbClr val="253746"/>
                </a:solidFill>
                <a:latin typeface="Arial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1728" y="1196340"/>
            <a:ext cx="4114800" cy="292608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CFC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10328" y="13335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6400FF"/>
                </a:solidFill>
                <a:latin typeface="Arial"/>
              </a:rPr>
              <a:t>Efficiency  (</a:t>
            </a:r>
            <a:r>
              <a:rPr sz="1700" b="1" i="0" err="1">
                <a:solidFill>
                  <a:srgbClr val="6400FF"/>
                </a:solidFill>
                <a:latin typeface="Arial"/>
              </a:rPr>
              <a:t>η</a:t>
            </a:r>
            <a:r>
              <a:rPr sz="1700" b="1" i="0" baseline="-25000" err="1">
                <a:solidFill>
                  <a:srgbClr val="6400FF"/>
                </a:solidFill>
                <a:latin typeface="Arial"/>
              </a:rPr>
              <a:t>c</a:t>
            </a:r>
            <a:r>
              <a:rPr sz="1700" b="1" i="0">
                <a:solidFill>
                  <a:srgbClr val="6400FF"/>
                </a:solidFill>
                <a:latin typeface="Arial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1836420"/>
            <a:ext cx="3657600" cy="1677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1000"/>
              </a:spcAft>
              <a:buClr>
                <a:srgbClr val="6400FF"/>
              </a:buClr>
              <a:buFont typeface="Arial"/>
              <a:buChar char="•"/>
            </a:pPr>
            <a:r>
              <a:rPr sz="1400" b="0" i="0">
                <a:solidFill>
                  <a:srgbClr val="253746"/>
                </a:solidFill>
                <a:latin typeface="Arial"/>
              </a:rPr>
              <a:t>RMSE per withheld speed line or endpoint segment</a:t>
            </a:r>
          </a:p>
          <a:p>
            <a:pPr marL="182880" indent="-182880" algn="l">
              <a:spcAft>
                <a:spcPts val="1000"/>
              </a:spcAft>
              <a:buClr>
                <a:srgbClr val="6400FF"/>
              </a:buClr>
              <a:buFont typeface="Arial"/>
              <a:buChar char="•"/>
            </a:pPr>
            <a:r>
              <a:rPr sz="1400" b="0" i="0">
                <a:solidFill>
                  <a:srgbClr val="253746"/>
                </a:solidFill>
                <a:latin typeface="Arial"/>
              </a:rPr>
              <a:t>Only η</a:t>
            </a:r>
            <a:r>
              <a:rPr sz="1400" b="0" i="0" baseline="-25000">
                <a:solidFill>
                  <a:srgbClr val="253746"/>
                </a:solidFill>
                <a:latin typeface="Arial"/>
              </a:rPr>
              <a:t>c</a:t>
            </a:r>
            <a:r>
              <a:rPr sz="1400" b="0" i="0">
                <a:solidFill>
                  <a:srgbClr val="253746"/>
                </a:solidFill>
                <a:latin typeface="Arial"/>
              </a:rPr>
              <a:t>, so nothing to combine; averaged per case</a:t>
            </a:r>
          </a:p>
          <a:p>
            <a:pPr marL="182880" indent="-182880" algn="l">
              <a:spcAft>
                <a:spcPts val="1000"/>
              </a:spcAft>
              <a:buClr>
                <a:srgbClr val="6400FF"/>
              </a:buClr>
              <a:buFont typeface="Arial"/>
              <a:buChar char="•"/>
            </a:pPr>
            <a:r>
              <a:rPr sz="1400" b="0" i="0">
                <a:solidFill>
                  <a:srgbClr val="253746"/>
                </a:solidFill>
                <a:latin typeface="Arial"/>
              </a:rPr>
              <a:t>Ranking score:</a:t>
            </a:r>
          </a:p>
          <a:p>
            <a:pPr lvl="2">
              <a:spcAft>
                <a:spcPts val="1000"/>
              </a:spcAft>
              <a:buClr>
                <a:srgbClr val="6400FF"/>
              </a:buClr>
            </a:pPr>
            <a:r>
              <a:rPr sz="1400" b="0" i="0">
                <a:solidFill>
                  <a:srgbClr val="253746"/>
                </a:solidFill>
                <a:latin typeface="Arial"/>
              </a:rPr>
              <a:t>mean </a:t>
            </a:r>
            <a:r>
              <a:rPr sz="1400" b="0" i="0" err="1">
                <a:solidFill>
                  <a:srgbClr val="253746"/>
                </a:solidFill>
                <a:latin typeface="Arial"/>
              </a:rPr>
              <a:t>η</a:t>
            </a:r>
            <a:r>
              <a:rPr sz="1400" b="0" i="0" baseline="-25000" err="1">
                <a:solidFill>
                  <a:srgbClr val="253746"/>
                </a:solidFill>
                <a:latin typeface="Arial"/>
              </a:rPr>
              <a:t>c</a:t>
            </a:r>
            <a:r>
              <a:rPr sz="1400" b="0" i="0">
                <a:solidFill>
                  <a:srgbClr val="253746"/>
                </a:solidFill>
                <a:latin typeface="Arial"/>
              </a:rPr>
              <a:t> RMSE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213860"/>
            <a:ext cx="84124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 dirty="0">
                <a:solidFill>
                  <a:srgbClr val="77797C"/>
                </a:solidFill>
                <a:latin typeface="Arial"/>
              </a:rPr>
              <a:t>RMSE = √( mean (y − ŷ)² ) over the hidden points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2" grpId="0" animBg="1"/>
      <p:bldP spid="23" grpId="0"/>
      <p:bldP spid="24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2200" b="1" i="0" dirty="0">
                <a:solidFill>
                  <a:srgbClr val="253746"/>
                </a:solidFill>
                <a:latin typeface="Arial"/>
              </a:rPr>
              <a:t>Results</a:t>
            </a:r>
            <a:br>
              <a:rPr dirty="0"/>
            </a:br>
            <a:r>
              <a:rPr sz="1600" b="0" i="0" dirty="0">
                <a:solidFill>
                  <a:srgbClr val="6400FF"/>
                </a:solidFill>
                <a:latin typeface="Arial"/>
              </a:rPr>
              <a:t>Acp_4001 case study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 dirty="0" err="1">
                <a:solidFill>
                  <a:srgbClr val="253746"/>
                </a:solidFill>
                <a:latin typeface="Arial"/>
              </a:rPr>
              <a:t>W</a:t>
            </a:r>
            <a:r>
              <a:rPr sz="2200" b="1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2200" b="1" i="0" dirty="0">
                <a:solidFill>
                  <a:srgbClr val="253746"/>
                </a:solidFill>
                <a:latin typeface="Arial"/>
              </a:rPr>
              <a:t> and </a:t>
            </a:r>
            <a:r>
              <a:rPr sz="2200" b="1" i="0" dirty="0" err="1">
                <a:solidFill>
                  <a:srgbClr val="253746"/>
                </a:solidFill>
                <a:latin typeface="Arial"/>
              </a:rPr>
              <a:t>R</a:t>
            </a:r>
            <a:r>
              <a:rPr sz="2200" b="1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2200" b="1" i="0" dirty="0">
                <a:solidFill>
                  <a:srgbClr val="253746"/>
                </a:solidFill>
                <a:latin typeface="Arial"/>
              </a:rPr>
              <a:t> prediction: all seven missing-data cases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pic>
        <p:nvPicPr>
          <p:cNvPr id="4" name="Picture 3" descr="seven_case_geometry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8" y="914400"/>
            <a:ext cx="6864690" cy="3703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W</a:t>
            </a:r>
            <a:r>
              <a:rPr sz="2200" b="1" i="0" baseline="-25000">
                <a:solidFill>
                  <a:srgbClr val="253746"/>
                </a:solidFill>
                <a:latin typeface="Arial"/>
              </a:rPr>
              <a:t>c</a:t>
            </a:r>
            <a:r>
              <a:rPr sz="2200" b="1" i="0">
                <a:solidFill>
                  <a:srgbClr val="253746"/>
                </a:solidFill>
                <a:latin typeface="Arial"/>
              </a:rPr>
              <a:t> and R</a:t>
            </a:r>
            <a:r>
              <a:rPr sz="2200" b="1" i="0" baseline="-25000">
                <a:solidFill>
                  <a:srgbClr val="253746"/>
                </a:solidFill>
                <a:latin typeface="Arial"/>
              </a:rPr>
              <a:t>c</a:t>
            </a:r>
            <a:r>
              <a:rPr sz="2200" b="1" i="0">
                <a:solidFill>
                  <a:srgbClr val="253746"/>
                </a:solidFill>
                <a:latin typeface="Arial"/>
              </a:rPr>
              <a:t> prediction: one example per case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pic>
        <p:nvPicPr>
          <p:cNvPr id="4" name="Picture 3" descr="seven_case_geometry_zoomed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490" y="914400"/>
            <a:ext cx="6717020" cy="340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98599" y="4379862"/>
            <a:ext cx="527375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100" i="1" dirty="0">
                <a:solidFill>
                  <a:srgbClr val="77797C"/>
                </a:solidFill>
                <a:latin typeface="Arial"/>
              </a:rPr>
              <a:t>Median score is used to select the zoomed-in result for each missing-data case </a:t>
            </a:r>
            <a:endParaRPr sz="1100" b="0" i="1" dirty="0">
              <a:solidFill>
                <a:srgbClr val="77797C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Residual learning </a:t>
            </a:r>
            <a:r>
              <a:rPr lang="en-US" sz="2200" b="1" i="0">
                <a:solidFill>
                  <a:srgbClr val="253746"/>
                </a:solidFill>
                <a:latin typeface="Arial"/>
              </a:rPr>
              <a:t>reduces</a:t>
            </a:r>
            <a:r>
              <a:rPr sz="2200" b="1" i="0">
                <a:solidFill>
                  <a:srgbClr val="253746"/>
                </a:solidFill>
                <a:latin typeface="Arial"/>
              </a:rPr>
              <a:t> geometry error in all cases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147535"/>
              </p:ext>
            </p:extLst>
          </p:nvPr>
        </p:nvGraphicFramePr>
        <p:xfrm>
          <a:off x="274320" y="914400"/>
          <a:ext cx="41605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480560" y="914400"/>
          <a:ext cx="237744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67550" y="1636776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dirty="0">
                <a:solidFill>
                  <a:srgbClr val="6400FF"/>
                </a:solidFill>
                <a:latin typeface="Arial"/>
              </a:rPr>
              <a:t>−46 to 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7550" y="2139696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 dirty="0" err="1">
                <a:solidFill>
                  <a:srgbClr val="253746"/>
                </a:solidFill>
                <a:latin typeface="Arial"/>
              </a:rPr>
              <a:t>R</a:t>
            </a:r>
            <a:r>
              <a:rPr sz="1200" b="0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200" b="0" i="0" dirty="0">
                <a:solidFill>
                  <a:srgbClr val="253746"/>
                </a:solidFill>
                <a:latin typeface="Arial"/>
              </a:rPr>
              <a:t> RMSE vs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7550" y="2871216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6400FF"/>
                </a:solidFill>
                <a:latin typeface="Arial"/>
              </a:rPr>
              <a:t>−30 to 81%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7550" y="3374136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 err="1">
                <a:solidFill>
                  <a:srgbClr val="253746"/>
                </a:solidFill>
                <a:latin typeface="Arial"/>
              </a:rPr>
              <a:t>W</a:t>
            </a:r>
            <a:r>
              <a:rPr sz="1200" b="0" i="0" baseline="-25000" err="1">
                <a:solidFill>
                  <a:srgbClr val="253746"/>
                </a:solidFill>
                <a:latin typeface="Arial"/>
              </a:rPr>
              <a:t>c</a:t>
            </a:r>
            <a:r>
              <a:rPr sz="1200" b="0" i="0">
                <a:solidFill>
                  <a:srgbClr val="253746"/>
                </a:solidFill>
                <a:latin typeface="Arial"/>
              </a:rPr>
              <a:t> RMSE vs baseline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  <p:bldP spid="6" grpId="0"/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 b="1" i="0" dirty="0">
                <a:solidFill>
                  <a:srgbClr val="253746"/>
                </a:solidFill>
                <a:latin typeface="Arial"/>
              </a:rPr>
              <a:t>Best configuration selection depends on missing data case</a:t>
            </a:r>
            <a:endParaRPr sz="2100" b="1" i="0" dirty="0">
              <a:solidFill>
                <a:srgbClr val="253746"/>
              </a:solidFill>
              <a:latin typeface="Arial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93972"/>
              </p:ext>
            </p:extLst>
          </p:nvPr>
        </p:nvGraphicFramePr>
        <p:xfrm>
          <a:off x="365760" y="1005840"/>
          <a:ext cx="8430768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Case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</a:rPr>
                        <a:t>Support maps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β definition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Features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η</a:t>
                      </a:r>
                      <a:r>
                        <a:rPr sz="12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 method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 dirty="0">
                          <a:solidFill>
                            <a:srgbClr val="253746"/>
                          </a:solidFill>
                          <a:latin typeface="Arial"/>
                        </a:rPr>
                        <a:t>Intermediate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Bend anchored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Full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err="1">
                          <a:solidFill>
                            <a:srgbClr val="253746"/>
                          </a:solidFill>
                          <a:latin typeface="Arial"/>
                        </a:rPr>
                        <a:t>ExtraTrees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RBF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 dirty="0">
                          <a:solidFill>
                            <a:srgbClr val="253746"/>
                          </a:solidFill>
                          <a:latin typeface="Arial"/>
                        </a:rPr>
                        <a:t>Lower exterior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3 nearest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Uniform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EE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Shape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err="1">
                          <a:solidFill>
                            <a:srgbClr val="253746"/>
                          </a:solidFill>
                          <a:latin typeface="Arial"/>
                        </a:rPr>
                        <a:t>ExtraTrees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253746"/>
                          </a:solidFill>
                          <a:latin typeface="Arial"/>
                        </a:rPr>
                        <a:t>Case-wise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Upper exterior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3 nearest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Mass-flow progress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Shape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err="1">
                          <a:solidFill>
                            <a:srgbClr val="253746"/>
                          </a:solidFill>
                          <a:latin typeface="Arial"/>
                        </a:rPr>
                        <a:t>ExtraTrees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253746"/>
                          </a:solidFill>
                          <a:latin typeface="Arial"/>
                        </a:rPr>
                        <a:t>Case-wise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Choke end of one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3 nearest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Endpoint step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Full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err="1">
                          <a:solidFill>
                            <a:srgbClr val="253746"/>
                          </a:solidFill>
                          <a:latin typeface="Arial"/>
                        </a:rPr>
                        <a:t>ExtraTrees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253746"/>
                          </a:solidFill>
                          <a:latin typeface="Arial"/>
                        </a:rPr>
                        <a:t>Case-wise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 dirty="0">
                          <a:solidFill>
                            <a:srgbClr val="253746"/>
                          </a:solidFill>
                          <a:latin typeface="Arial"/>
                        </a:rPr>
                        <a:t>Surge end of one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Target only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EE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Endpoint step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Full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Linear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RBF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 dirty="0">
                          <a:solidFill>
                            <a:srgbClr val="253746"/>
                          </a:solidFill>
                          <a:latin typeface="Arial"/>
                        </a:rPr>
                        <a:t>Full choke region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Endpoint step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Linear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253746"/>
                          </a:solidFill>
                          <a:latin typeface="Arial"/>
                        </a:rPr>
                        <a:t>Case-wise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 i="0" dirty="0">
                          <a:solidFill>
                            <a:srgbClr val="253746"/>
                          </a:solidFill>
                          <a:latin typeface="Arial"/>
                        </a:rPr>
                        <a:t>Full surge region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1 </a:t>
                      </a:r>
                      <a:r>
                        <a:rPr lang="en-US"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support </a:t>
                      </a:r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map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Endpoint step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Full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err="1">
                          <a:solidFill>
                            <a:srgbClr val="253746"/>
                          </a:solidFill>
                          <a:latin typeface="Arial"/>
                        </a:rPr>
                        <a:t>ExtraTrees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Case-wise</a:t>
                      </a:r>
                      <a:endParaRPr sz="1200" b="0" i="0" dirty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6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Efficiency results: reconstructed contours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pic>
        <p:nvPicPr>
          <p:cNvPr id="4" name="Picture 3" descr="seven_case_efficiency_cont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036" y="914400"/>
            <a:ext cx="6742215" cy="3703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Efficiency prediction: one example per case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 dirty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pic>
        <p:nvPicPr>
          <p:cNvPr id="4" name="Picture 3" descr="seven_case_efficiency_zoo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22" y="914399"/>
            <a:ext cx="7532043" cy="3401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AF34D8-D771-495B-051E-D8C0AA782663}"/>
              </a:ext>
            </a:extLst>
          </p:cNvPr>
          <p:cNvSpPr txBox="1"/>
          <p:nvPr/>
        </p:nvSpPr>
        <p:spPr>
          <a:xfrm>
            <a:off x="2098599" y="4379862"/>
            <a:ext cx="5273751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100" i="1" dirty="0">
                <a:solidFill>
                  <a:srgbClr val="77797C"/>
                </a:solidFill>
                <a:latin typeface="Arial"/>
              </a:rPr>
              <a:t>Median score is used to select the zoomed-in result for each missing-data case </a:t>
            </a:r>
            <a:endParaRPr sz="1100" b="0" i="1" dirty="0">
              <a:solidFill>
                <a:srgbClr val="77797C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Efficiency results: the best method depends on the case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929766"/>
              </p:ext>
            </p:extLst>
          </p:nvPr>
        </p:nvGraphicFramePr>
        <p:xfrm>
          <a:off x="274320" y="914400"/>
          <a:ext cx="566928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46593" y="1817343"/>
            <a:ext cx="2651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400FF"/>
                </a:solidFill>
                <a:latin typeface="Arial"/>
              </a:rPr>
              <a:t>RBF surface is best</a:t>
            </a:r>
            <a:r>
              <a:rPr lang="en-US" sz="1400" b="1" i="0">
                <a:solidFill>
                  <a:srgbClr val="6400FF"/>
                </a:solidFill>
                <a:latin typeface="Arial"/>
              </a:rPr>
              <a:t>:</a:t>
            </a:r>
            <a:endParaRPr sz="1400" b="1" i="0">
              <a:solidFill>
                <a:srgbClr val="6400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46593" y="2109951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53746"/>
                </a:solidFill>
                <a:latin typeface="Arial"/>
              </a:rPr>
              <a:t>when the gap lies between visible data: intermediate speed line, surge end of one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46593" y="3143223"/>
            <a:ext cx="2651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400FF"/>
                </a:solidFill>
                <a:latin typeface="Arial"/>
              </a:rPr>
              <a:t>Case</a:t>
            </a:r>
            <a:r>
              <a:rPr lang="en-US" sz="1400" b="1" i="0">
                <a:solidFill>
                  <a:srgbClr val="6400FF"/>
                </a:solidFill>
                <a:latin typeface="Arial"/>
              </a:rPr>
              <a:t>-</a:t>
            </a:r>
            <a:r>
              <a:rPr sz="1400" b="1" i="0">
                <a:solidFill>
                  <a:srgbClr val="6400FF"/>
                </a:solidFill>
                <a:latin typeface="Arial"/>
              </a:rPr>
              <a:t>wise prediction is best</a:t>
            </a:r>
            <a:r>
              <a:rPr lang="en-US" sz="1400" b="1" i="0">
                <a:solidFill>
                  <a:srgbClr val="6400FF"/>
                </a:solidFill>
                <a:latin typeface="Arial"/>
              </a:rPr>
              <a:t>:</a:t>
            </a:r>
            <a:endParaRPr sz="1400" b="1" i="0">
              <a:solidFill>
                <a:srgbClr val="6400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46593" y="3435831"/>
            <a:ext cx="265176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 dirty="0">
                <a:solidFill>
                  <a:srgbClr val="253746"/>
                </a:solidFill>
                <a:latin typeface="Arial"/>
              </a:rPr>
              <a:t>when extrapolating: exterior speed lines and whole choke</a:t>
            </a:r>
            <a:r>
              <a:rPr lang="en-US" sz="1250" b="0" i="0" dirty="0">
                <a:solidFill>
                  <a:srgbClr val="253746"/>
                </a:solidFill>
                <a:latin typeface="Arial"/>
              </a:rPr>
              <a:t>/s</a:t>
            </a:r>
            <a:r>
              <a:rPr sz="1250" b="0" i="0" dirty="0">
                <a:solidFill>
                  <a:srgbClr val="253746"/>
                </a:solidFill>
                <a:latin typeface="Arial"/>
              </a:rPr>
              <a:t>urge region</a:t>
            </a:r>
            <a:r>
              <a:rPr lang="en-US" sz="1250" b="0" i="0" dirty="0">
                <a:solidFill>
                  <a:srgbClr val="253746"/>
                </a:solidFill>
                <a:latin typeface="Arial"/>
              </a:rPr>
              <a:t>s</a:t>
            </a:r>
            <a:endParaRPr sz="1250" b="0" i="0" dirty="0">
              <a:solidFill>
                <a:srgbClr val="253746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/>
      <p:bldP spid="6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b="1" i="0">
                <a:solidFill>
                  <a:srgbClr val="253746"/>
                </a:solidFill>
                <a:latin typeface="Arial"/>
              </a:rPr>
              <a:t>Summary</a:t>
            </a:r>
            <a:endParaRPr sz="2200" b="1" i="0">
              <a:solidFill>
                <a:srgbClr val="253746"/>
              </a:solidFill>
              <a:latin typeface="Arial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463040" cy="822960"/>
          </a:xfrm>
          <a:prstGeom prst="rect">
            <a:avLst/>
          </a:prstGeom>
          <a:solidFill>
            <a:srgbClr val="25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Visible target
+ support maps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143000"/>
            <a:ext cx="1325880" cy="822960"/>
          </a:xfrm>
          <a:prstGeom prst="rect">
            <a:avLst/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1143000"/>
            <a:ext cx="2103120" cy="822960"/>
          </a:xfrm>
          <a:prstGeom prst="rect">
            <a:avLst/>
          </a:prstGeom>
          <a:solidFill>
            <a:srgbClr val="64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Policy selection</a:t>
            </a:r>
            <a:r>
              <a:rPr lang="en-US" sz="1200" b="1" i="0" dirty="0">
                <a:solidFill>
                  <a:srgbClr val="FFFFFF"/>
                </a:solidFill>
                <a:latin typeface="Arial"/>
              </a:rPr>
              <a:t>: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
maps · β · features ·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1143000"/>
            <a:ext cx="1371600" cy="822960"/>
          </a:xfrm>
          <a:prstGeom prst="rect">
            <a:avLst/>
          </a:prstGeom>
          <a:solidFill>
            <a:srgbClr val="25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Geometry
</a:t>
            </a:r>
            <a:r>
              <a:rPr sz="1200" b="1" i="0" err="1">
                <a:solidFill>
                  <a:srgbClr val="FFFFFF"/>
                </a:solidFill>
                <a:latin typeface="Arial"/>
              </a:rPr>
              <a:t>W</a:t>
            </a:r>
            <a:r>
              <a:rPr sz="1200" b="1" i="0" baseline="-25000" err="1">
                <a:solidFill>
                  <a:srgbClr val="FFFFFF"/>
                </a:solidFill>
                <a:latin typeface="Arial"/>
              </a:rPr>
              <a:t>c</a:t>
            </a:r>
            <a:r>
              <a:rPr sz="1200" b="1" i="0">
                <a:solidFill>
                  <a:srgbClr val="FFFFFF"/>
                </a:solidFill>
                <a:latin typeface="Arial"/>
              </a:rPr>
              <a:t>, </a:t>
            </a:r>
            <a:r>
              <a:rPr sz="1200" b="1" i="0" err="1">
                <a:solidFill>
                  <a:srgbClr val="FFFFFF"/>
                </a:solidFill>
                <a:latin typeface="Arial"/>
              </a:rPr>
              <a:t>R</a:t>
            </a:r>
            <a:r>
              <a:rPr sz="1200" b="1" i="0" baseline="-25000" err="1">
                <a:solidFill>
                  <a:srgbClr val="FFFFFF"/>
                </a:solidFill>
                <a:latin typeface="Arial"/>
              </a:rPr>
              <a:t>c</a:t>
            </a:r>
            <a:endParaRPr sz="1200" b="1" i="0" baseline="-25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60920" y="1143000"/>
            <a:ext cx="1417320" cy="822960"/>
          </a:xfrm>
          <a:prstGeom prst="rect">
            <a:avLst/>
          </a:prstGeom>
          <a:solidFill>
            <a:srgbClr val="25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Efficiency
</a:t>
            </a:r>
            <a:r>
              <a:rPr sz="1200" b="1" i="0" err="1">
                <a:solidFill>
                  <a:srgbClr val="FFFFFF"/>
                </a:solidFill>
                <a:latin typeface="Arial"/>
              </a:rPr>
              <a:t>η</a:t>
            </a:r>
            <a:r>
              <a:rPr sz="1200" b="1" i="0" baseline="-25000" err="1">
                <a:solidFill>
                  <a:srgbClr val="FFFFFF"/>
                </a:solidFill>
                <a:latin typeface="Arial"/>
              </a:rPr>
              <a:t>c</a:t>
            </a:r>
            <a:endParaRPr sz="1200" b="1" i="0" baseline="-2500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847088" y="1554480"/>
            <a:ext cx="146304" cy="0"/>
          </a:xfrm>
          <a:prstGeom prst="line">
            <a:avLst/>
          </a:prstGeom>
          <a:ln w="22225">
            <a:solidFill>
              <a:srgbClr val="7779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55848" y="1554480"/>
            <a:ext cx="146304" cy="0"/>
          </a:xfrm>
          <a:prstGeom prst="line">
            <a:avLst/>
          </a:prstGeom>
          <a:ln w="22225">
            <a:solidFill>
              <a:srgbClr val="7779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41848" y="1554480"/>
            <a:ext cx="146304" cy="0"/>
          </a:xfrm>
          <a:prstGeom prst="line">
            <a:avLst/>
          </a:prstGeom>
          <a:ln w="22225">
            <a:solidFill>
              <a:srgbClr val="7779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96327" y="1554480"/>
            <a:ext cx="146305" cy="0"/>
          </a:xfrm>
          <a:prstGeom prst="line">
            <a:avLst/>
          </a:prstGeom>
          <a:ln w="22225">
            <a:solidFill>
              <a:srgbClr val="7779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2011680"/>
            <a:ext cx="0" cy="502920"/>
          </a:xfrm>
          <a:prstGeom prst="line">
            <a:avLst/>
          </a:prstGeom>
          <a:ln w="15875">
            <a:solidFill>
              <a:srgbClr val="6400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5760" y="260604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 dirty="0">
                <a:solidFill>
                  <a:srgbClr val="6400FF"/>
                </a:solidFill>
                <a:latin typeface="Arial"/>
              </a:rPr>
              <a:t>No 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47100"/>
            <a:ext cx="14630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 dirty="0">
                <a:solidFill>
                  <a:srgbClr val="253746"/>
                </a:solidFill>
                <a:latin typeface="Arial"/>
              </a:rPr>
              <a:t>hidden points </a:t>
            </a:r>
            <a:r>
              <a:rPr lang="en-US" sz="1100" b="0" i="0" dirty="0">
                <a:solidFill>
                  <a:srgbClr val="253746"/>
                </a:solidFill>
                <a:latin typeface="Arial"/>
              </a:rPr>
              <a:t>are </a:t>
            </a:r>
            <a:r>
              <a:rPr lang="en-US" sz="1100" dirty="0">
                <a:solidFill>
                  <a:srgbClr val="253746"/>
                </a:solidFill>
              </a:rPr>
              <a:t>never used in training, baseline prediction, or input features creation</a:t>
            </a:r>
          </a:p>
          <a:p>
            <a:pPr algn="ctr">
              <a:spcAft>
                <a:spcPts val="600"/>
              </a:spcAft>
            </a:pPr>
            <a:endParaRPr sz="1100" b="0" i="0" dirty="0">
              <a:solidFill>
                <a:srgbClr val="253746"/>
              </a:solidFill>
              <a:latin typeface="Arial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542532" y="2011680"/>
            <a:ext cx="0" cy="502920"/>
          </a:xfrm>
          <a:prstGeom prst="line">
            <a:avLst/>
          </a:prstGeom>
          <a:ln w="15875">
            <a:solidFill>
              <a:srgbClr val="6400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88152" y="260604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 dirty="0">
                <a:solidFill>
                  <a:srgbClr val="6400FF"/>
                </a:solidFill>
                <a:latin typeface="Arial"/>
              </a:rPr>
              <a:t>Residual correction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3254850"/>
            <a:ext cx="150876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 dirty="0" err="1">
                <a:solidFill>
                  <a:srgbClr val="253746"/>
                </a:solidFill>
                <a:latin typeface="Arial"/>
              </a:rPr>
              <a:t>R</a:t>
            </a:r>
            <a:r>
              <a:rPr sz="1100" b="0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100" b="0" i="0" dirty="0">
                <a:solidFill>
                  <a:srgbClr val="253746"/>
                </a:solidFill>
                <a:latin typeface="Arial"/>
              </a:rPr>
              <a:t> RMSE </a:t>
            </a:r>
            <a:r>
              <a:rPr lang="en-AE" sz="1100" b="0" i="0" dirty="0">
                <a:solidFill>
                  <a:srgbClr val="253746"/>
                </a:solidFill>
                <a:latin typeface="Arial"/>
              </a:rPr>
              <a:t>−</a:t>
            </a:r>
            <a:r>
              <a:rPr sz="1100" b="0" i="0" dirty="0">
                <a:solidFill>
                  <a:srgbClr val="253746"/>
                </a:solidFill>
                <a:latin typeface="Arial"/>
              </a:rPr>
              <a:t>46</a:t>
            </a:r>
            <a:r>
              <a:rPr lang="en-US" sz="1100" dirty="0">
                <a:solidFill>
                  <a:srgbClr val="253746"/>
                </a:solidFill>
                <a:latin typeface="Arial"/>
              </a:rPr>
              <a:t> to </a:t>
            </a:r>
            <a:r>
              <a:rPr sz="1100" b="0" i="0" dirty="0">
                <a:solidFill>
                  <a:srgbClr val="253746"/>
                </a:solidFill>
                <a:latin typeface="Arial"/>
              </a:rPr>
              <a:t>90% </a:t>
            </a:r>
            <a:r>
              <a:rPr sz="1100" b="0" i="0" dirty="0" err="1">
                <a:solidFill>
                  <a:srgbClr val="253746"/>
                </a:solidFill>
                <a:latin typeface="Arial"/>
              </a:rPr>
              <a:t>W</a:t>
            </a:r>
            <a:r>
              <a:rPr sz="1100" b="0" i="0" baseline="-25000" dirty="0" err="1">
                <a:solidFill>
                  <a:srgbClr val="253746"/>
                </a:solidFill>
                <a:latin typeface="Arial"/>
              </a:rPr>
              <a:t>c</a:t>
            </a:r>
            <a:r>
              <a:rPr sz="1100" b="0" i="0" dirty="0">
                <a:solidFill>
                  <a:srgbClr val="253746"/>
                </a:solidFill>
                <a:latin typeface="Arial"/>
              </a:rPr>
              <a:t> RMSE −30</a:t>
            </a:r>
            <a:r>
              <a:rPr lang="en-US" sz="1100" b="0" i="0" dirty="0">
                <a:solidFill>
                  <a:srgbClr val="253746"/>
                </a:solidFill>
                <a:latin typeface="Arial"/>
              </a:rPr>
              <a:t> to </a:t>
            </a:r>
            <a:r>
              <a:rPr sz="1100" b="0" i="0" dirty="0">
                <a:solidFill>
                  <a:srgbClr val="253746"/>
                </a:solidFill>
                <a:latin typeface="Arial"/>
              </a:rPr>
              <a:t>81%</a:t>
            </a:r>
            <a:r>
              <a:rPr lang="en-US" sz="1100" b="0" i="0" dirty="0">
                <a:solidFill>
                  <a:srgbClr val="253746"/>
                </a:solidFill>
                <a:latin typeface="Arial"/>
              </a:rPr>
              <a:t> vs baseline</a:t>
            </a:r>
            <a:endParaRPr sz="1100" b="0" i="0" dirty="0">
              <a:solidFill>
                <a:srgbClr val="253746"/>
              </a:solidFill>
              <a:latin typeface="Arial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2011680"/>
            <a:ext cx="0" cy="502920"/>
          </a:xfrm>
          <a:prstGeom prst="line">
            <a:avLst/>
          </a:prstGeom>
          <a:ln w="15875">
            <a:solidFill>
              <a:srgbClr val="6400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11880" y="260604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6400FF"/>
                </a:solidFill>
                <a:latin typeface="Arial"/>
              </a:rPr>
              <a:t>No universal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339488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 dirty="0">
                <a:solidFill>
                  <a:srgbClr val="253746"/>
                </a:solidFill>
                <a:latin typeface="Arial"/>
              </a:rPr>
              <a:t>support maps, β, features and model depend on the case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33392" y="2011680"/>
            <a:ext cx="0" cy="502920"/>
          </a:xfrm>
          <a:prstGeom prst="line">
            <a:avLst/>
          </a:prstGeom>
          <a:ln w="15875">
            <a:solidFill>
              <a:srgbClr val="6400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96302" y="2606040"/>
            <a:ext cx="8741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 dirty="0">
                <a:solidFill>
                  <a:srgbClr val="6400FF"/>
                </a:solidFill>
                <a:latin typeface="Arial"/>
              </a:rPr>
              <a:t>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5352" y="3170211"/>
            <a:ext cx="1412381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 dirty="0">
                <a:solidFill>
                  <a:srgbClr val="253746"/>
                </a:solidFill>
                <a:latin typeface="Arial"/>
              </a:rPr>
              <a:t>RBF surface when interpolating, </a:t>
            </a:r>
            <a:r>
              <a:rPr lang="en-US" sz="1100" b="0" i="0" dirty="0">
                <a:solidFill>
                  <a:srgbClr val="253746"/>
                </a:solidFill>
                <a:latin typeface="Arial"/>
              </a:rPr>
              <a:t>Case-wise</a:t>
            </a:r>
            <a:r>
              <a:rPr sz="1100" b="0" i="0" dirty="0">
                <a:solidFill>
                  <a:srgbClr val="253746"/>
                </a:solidFill>
                <a:latin typeface="Arial"/>
              </a:rPr>
              <a:t> prediction when extrapolating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4" grpId="0"/>
      <p:bldP spid="15" grpId="0"/>
      <p:bldP spid="17" grpId="0"/>
      <p:bldP spid="18" grpId="0"/>
      <p:bldP spid="20" grpId="0"/>
      <p:bldP spid="21" grpId="0"/>
      <p:bldP spid="23" grpId="0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Limitations and next steps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 dirty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dirty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 dirty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77797C"/>
                </a:solidFill>
                <a:latin typeface="Arial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4023360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>
              <a:spcAft>
                <a:spcPts val="1200"/>
              </a:spcAft>
              <a:buClr>
                <a:srgbClr val="6400FF"/>
              </a:buClr>
              <a:buFont typeface="Arial"/>
              <a:buChar char="•"/>
            </a:pPr>
            <a:r>
              <a:rPr lang="en-US" sz="1500" dirty="0">
                <a:solidFill>
                  <a:srgbClr val="253746"/>
                </a:solidFill>
              </a:rPr>
              <a:t>Tested on radial compressor maps only</a:t>
            </a:r>
            <a:endParaRPr lang="en-US" sz="1500" b="0" i="0" dirty="0">
              <a:solidFill>
                <a:srgbClr val="253746"/>
              </a:solidFill>
              <a:latin typeface="Arial"/>
            </a:endParaRPr>
          </a:p>
          <a:p>
            <a:pPr marL="182880" indent="-182880" algn="l">
              <a:spcAft>
                <a:spcPts val="1200"/>
              </a:spcAft>
              <a:buClr>
                <a:srgbClr val="6400FF"/>
              </a:buClr>
              <a:buFont typeface="Arial"/>
              <a:buChar char="•"/>
            </a:pPr>
            <a:r>
              <a:rPr sz="1500" b="0" i="0" dirty="0">
                <a:solidFill>
                  <a:srgbClr val="253746"/>
                </a:solidFill>
                <a:latin typeface="Arial"/>
              </a:rPr>
              <a:t>No explicit physical constraints near surge and choke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1051560"/>
            <a:ext cx="0" cy="3337560"/>
          </a:xfrm>
          <a:prstGeom prst="line">
            <a:avLst/>
          </a:prstGeom>
          <a:ln w="12700">
            <a:solidFill>
              <a:srgbClr val="D9D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46320" y="102412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6400FF"/>
                </a:solidFill>
                <a:latin typeface="Arial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417320"/>
            <a:ext cx="3931920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82880" indent="-182880" algn="l">
              <a:spcAft>
                <a:spcPts val="1200"/>
              </a:spcAft>
              <a:buClr>
                <a:srgbClr val="6400FF"/>
              </a:buClr>
              <a:buFont typeface="Arial"/>
              <a:buChar char="•"/>
            </a:pPr>
            <a:r>
              <a:rPr lang="en-US" sz="1500">
                <a:solidFill>
                  <a:srgbClr val="253746"/>
                </a:solidFill>
                <a:latin typeface="Arial"/>
              </a:rPr>
              <a:t>More variations of compressor maps, including axial compressors</a:t>
            </a:r>
            <a:endParaRPr sz="1500" b="0" i="0">
              <a:solidFill>
                <a:srgbClr val="253746"/>
              </a:solidFill>
              <a:latin typeface="Arial"/>
            </a:endParaRPr>
          </a:p>
          <a:p>
            <a:pPr marL="182880" indent="-182880" algn="l">
              <a:spcAft>
                <a:spcPts val="1200"/>
              </a:spcAft>
              <a:buClr>
                <a:srgbClr val="6400FF"/>
              </a:buClr>
              <a:buFont typeface="Arial"/>
              <a:buChar char="•"/>
            </a:pPr>
            <a:r>
              <a:rPr sz="1500" b="0" i="0">
                <a:solidFill>
                  <a:srgbClr val="253746"/>
                </a:solidFill>
                <a:latin typeface="Arial"/>
              </a:rPr>
              <a:t>Physics constraints near surge and choke</a:t>
            </a:r>
          </a:p>
          <a:p>
            <a:pPr marL="182880" indent="-182880" algn="l">
              <a:spcAft>
                <a:spcPts val="1200"/>
              </a:spcAft>
              <a:buClr>
                <a:srgbClr val="6400FF"/>
              </a:buClr>
              <a:buFont typeface="Arial"/>
              <a:buChar char="•"/>
            </a:pPr>
            <a:r>
              <a:rPr sz="1500" b="0" i="0">
                <a:solidFill>
                  <a:srgbClr val="253746"/>
                </a:solidFill>
                <a:latin typeface="Arial"/>
              </a:rPr>
              <a:t>Coherent geometry and efficiency reconstruction</a:t>
            </a:r>
            <a:r>
              <a:rPr lang="en-US" sz="1500">
                <a:solidFill>
                  <a:srgbClr val="253746"/>
                </a:solidFill>
                <a:latin typeface="Arial"/>
              </a:rPr>
              <a:t>: ensuring continuity </a:t>
            </a:r>
            <a:endParaRPr sz="1500" b="0" i="0">
              <a:solidFill>
                <a:srgbClr val="253746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BDB79C-AF37-D43B-927D-A12969B5616F}"/>
              </a:ext>
            </a:extLst>
          </p:cNvPr>
          <p:cNvSpPr txBox="1"/>
          <p:nvPr/>
        </p:nvSpPr>
        <p:spPr>
          <a:xfrm>
            <a:off x="4756150" y="1587500"/>
            <a:ext cx="184731" cy="2183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30FC-702D-AAF6-EDD9-3221B2FE3892}"/>
              </a:ext>
            </a:extLst>
          </p:cNvPr>
          <p:cNvSpPr txBox="1">
            <a:spLocks/>
          </p:cNvSpPr>
          <p:nvPr/>
        </p:nvSpPr>
        <p:spPr>
          <a:xfrm>
            <a:off x="356616" y="2434081"/>
            <a:ext cx="5619600" cy="65659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sz="2400" b="1">
                <a:solidFill>
                  <a:srgbClr val="25374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defTabSz="914400">
              <a:spcBef>
                <a:spcPts val="215"/>
              </a:spcBef>
            </a:pPr>
            <a:r>
              <a:rPr lang="en-US" sz="20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" y="3076396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0" i="0" dirty="0">
                <a:solidFill>
                  <a:srgbClr val="6400FF"/>
                </a:solidFill>
                <a:latin typeface="Arial"/>
              </a:rPr>
              <a:t>Happy </a:t>
            </a:r>
            <a:r>
              <a:rPr sz="1400" b="0" i="0" dirty="0">
                <a:solidFill>
                  <a:srgbClr val="6400FF"/>
                </a:solidFill>
                <a:latin typeface="Arial"/>
              </a:rPr>
              <a:t>to take your questions</a:t>
            </a:r>
          </a:p>
        </p:txBody>
      </p:sp>
      <p:pic>
        <p:nvPicPr>
          <p:cNvPr id="6" name="Picture 5" descr="linkedin_q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385" y="2011680"/>
            <a:ext cx="1212028" cy="12618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32918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253746"/>
                </a:solidFill>
                <a:latin typeface="Arial"/>
              </a:rPr>
              <a:t>Connect on LinkedIn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49300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77797C"/>
                </a:solidFill>
                <a:latin typeface="Arial"/>
              </a:rPr>
              <a:t>linkedin.com/in/</a:t>
            </a:r>
            <a:r>
              <a:rPr sz="950" b="0" i="0" err="1">
                <a:solidFill>
                  <a:srgbClr val="77797C"/>
                </a:solidFill>
                <a:latin typeface="Arial"/>
              </a:rPr>
              <a:t>heba-yy</a:t>
            </a:r>
            <a:endParaRPr sz="950" b="0" i="0">
              <a:solidFill>
                <a:srgbClr val="77797C"/>
              </a:solidFill>
              <a:latin typeface="Arial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4FB49E5-B628-2E76-43A4-796AFD9A6A87}"/>
              </a:ext>
            </a:extLst>
          </p:cNvPr>
          <p:cNvSpPr txBox="1">
            <a:spLocks/>
          </p:cNvSpPr>
          <p:nvPr/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defPPr>
              <a:defRPr lang="en-AE"/>
            </a:defPPr>
            <a:lvl1pPr marL="0" algn="l" defTabSz="415869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935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869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804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738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9673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607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5542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3476" algn="l" defTabSz="415869" rtl="0" eaLnBrk="1" latinLnBrk="0" hangingPunct="1">
              <a:defRPr sz="8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  <a:endParaRPr lang="en-US" sz="800" dirty="0">
              <a:solidFill>
                <a:srgbClr val="77797C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4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Appendix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Appendix: geometry errors per case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247888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Case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  <a:r>
                        <a:rPr sz="12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 baseline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  <a:r>
                        <a:rPr sz="12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 selected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Reduction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FFFFFF"/>
                          </a:solidFill>
                          <a:latin typeface="Arial"/>
                        </a:rPr>
                        <a:t>W</a:t>
                      </a:r>
                      <a:r>
                        <a:rPr sz="1200" b="1" i="0" baseline="-25000" dirty="0" err="1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Arial"/>
                        </a:rPr>
                        <a:t> baseline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</a:t>
                      </a:r>
                      <a:r>
                        <a:rPr sz="12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 selected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Reduction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Intermediate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0.1689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0.0643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61.9%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0.0344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0.0176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48.9%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Lower exterior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0.2975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0.0300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89.9%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0.0640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0.0120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81.3%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Upper exterior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0.1123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0.0521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53.6%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0.0429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0.0086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80.0%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Choke end of one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0.0093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0.0037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59.5%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0.0037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0.0015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60.0%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Surge end of one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0.0515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0.0198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61.5%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0.0121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0.0072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40.5%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Full choke region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0.0093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0.0050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45.8%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0.0037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0.0017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54.9%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Full surge region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0.0515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0.0229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55.5%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0.0121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0.0085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53746"/>
                          </a:solidFill>
                          <a:latin typeface="Arial"/>
                        </a:rPr>
                        <a:t>30.0%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 dirty="0">
                <a:solidFill>
                  <a:srgbClr val="253746"/>
                </a:solidFill>
                <a:latin typeface="Arial"/>
              </a:rPr>
              <a:t>Appendix: efficiency errors per case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693954"/>
              </p:ext>
            </p:extLst>
          </p:nvPr>
        </p:nvGraphicFramePr>
        <p:xfrm>
          <a:off x="365760" y="1005840"/>
          <a:ext cx="8430768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Case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Visible baseline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RBF surface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FFFFFF"/>
                          </a:solidFill>
                          <a:latin typeface="Arial"/>
                        </a:rPr>
                        <a:t>Case-wise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 prediction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Intermediate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0.0087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0.0046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0.0049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RBF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Lower exterior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0.0185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0.0249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0.0105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253746"/>
                          </a:solidFill>
                          <a:latin typeface="Arial"/>
                        </a:rPr>
                        <a:t>Case-wise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Upper exterior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0.0147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0.0134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0.0042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253746"/>
                          </a:solidFill>
                          <a:latin typeface="Arial"/>
                        </a:rPr>
                        <a:t>Case-wise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Choke end of one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0.0106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0.0111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0.0023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253746"/>
                          </a:solidFill>
                          <a:latin typeface="Arial"/>
                        </a:rPr>
                        <a:t>Case-wise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Surge end of one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0.0080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0.0025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0.0047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RBF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Full choke region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0.0106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0.0206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0.0020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253746"/>
                          </a:solidFill>
                          <a:latin typeface="Arial"/>
                        </a:rPr>
                        <a:t>Case-wise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Full surge region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0.0080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0.0141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0.0040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>
                          <a:solidFill>
                            <a:srgbClr val="253746"/>
                          </a:solidFill>
                          <a:latin typeface="Arial"/>
                        </a:rPr>
                        <a:t>Case-wise</a:t>
                      </a:r>
                      <a:endParaRPr sz="1200" b="0" i="0">
                        <a:solidFill>
                          <a:srgbClr val="253746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Appendix: model comparison per case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Pieyre &amp; Jhinaoui  |  Technology Innovation Institute</a:t>
            </a:r>
          </a:p>
        </p:txBody>
      </p:sp>
      <p:pic>
        <p:nvPicPr>
          <p:cNvPr id="4" name="Picture 3" descr="seven_case_geometry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59" y="914400"/>
            <a:ext cx="7121769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 i="0">
                <a:solidFill>
                  <a:srgbClr val="253746"/>
                </a:solidFill>
                <a:latin typeface="Arial"/>
              </a:rPr>
              <a:t>Appendix: automated configuration selection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F9C91B1-AFC4-7DB9-D557-386C4009B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60" y="4782312"/>
            <a:ext cx="6858000" cy="173736"/>
          </a:xfrm>
          <a:prstGeom prst="rect">
            <a:avLst/>
          </a:prstGeom>
        </p:spPr>
        <p:txBody>
          <a:bodyPr lIns="0"/>
          <a:lstStyle>
            <a:lvl1pPr>
              <a:defRPr sz="700"/>
            </a:lvl1pPr>
          </a:lstStyle>
          <a:p>
            <a:r>
              <a:rPr sz="800" b="0" i="0">
                <a:solidFill>
                  <a:srgbClr val="77797C"/>
                </a:solidFill>
                <a:latin typeface="Arial"/>
              </a:rPr>
              <a:t>ISABE 2026  |  Youssef,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Pieyre</a:t>
            </a:r>
            <a:r>
              <a:rPr sz="800" b="0" i="0">
                <a:solidFill>
                  <a:srgbClr val="77797C"/>
                </a:solidFill>
                <a:latin typeface="Arial"/>
              </a:rPr>
              <a:t> &amp; </a:t>
            </a:r>
            <a:r>
              <a:rPr sz="800" b="0" i="0" err="1">
                <a:solidFill>
                  <a:srgbClr val="77797C"/>
                </a:solidFill>
                <a:latin typeface="Arial"/>
              </a:rPr>
              <a:t>Jhinaoui</a:t>
            </a:r>
            <a:r>
              <a:rPr sz="800" b="0" i="0">
                <a:solidFill>
                  <a:srgbClr val="77797C"/>
                </a:solidFill>
                <a:latin typeface="Arial"/>
              </a:rPr>
              <a:t>  |  Technology Innovation Institute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30768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Case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err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  <a:r>
                        <a:rPr sz="1200" b="1" i="0" baseline="-25000" err="1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, picked with target truth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 err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  <a:r>
                        <a:rPr sz="1200" b="1" i="0" baseline="-25000" err="1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, picked with support maps only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</a:t>
                      </a:r>
                      <a:r>
                        <a:rPr sz="12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, picked with target truth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</a:t>
                      </a:r>
                      <a:r>
                        <a:rPr sz="1200" b="1" i="0" baseline="-25000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, picked with support maps only</a:t>
                      </a:r>
                    </a:p>
                  </a:txBody>
                  <a:tcPr marL="73152" marR="73152" marT="27432" marB="27432" anchor="ctr">
                    <a:lnB w="9525">
                      <a:solidFill>
                        <a:srgbClr val="FFFFFF"/>
                      </a:solidFill>
                    </a:lnB>
                    <a:solidFill>
                      <a:srgbClr val="253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Lower exterior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0.0300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0.0315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0.0120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0.0133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Intermediate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0.0643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0.0868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0.0176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0.0193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53746"/>
                          </a:solidFill>
                          <a:latin typeface="Arial"/>
                        </a:rPr>
                        <a:t>Upper exterior speed line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0.0521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0.2603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0.0086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53746"/>
                          </a:solidFill>
                          <a:latin typeface="Arial"/>
                        </a:rPr>
                        <a:t>0.0267</a:t>
                      </a:r>
                    </a:p>
                  </a:txBody>
                  <a:tcPr marL="73152" marR="73152" marT="27432" marB="27432" anchor="ctr"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246120"/>
            <a:ext cx="8412480" cy="81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dirty="0">
                <a:solidFill>
                  <a:srgbClr val="253746"/>
                </a:solidFill>
                <a:latin typeface="Arial"/>
              </a:rPr>
              <a:t>Picked with target truth (paper results): </a:t>
            </a:r>
            <a:r>
              <a:rPr sz="1200" b="0" dirty="0">
                <a:solidFill>
                  <a:srgbClr val="77797C"/>
                </a:solidFill>
                <a:latin typeface="Arial"/>
              </a:rPr>
              <a:t>every configuration is scored against the true values of the removed Acp_4001 points, and the best one is kept. Not possible for a real incomplete map, so this is a </a:t>
            </a:r>
            <a:r>
              <a:rPr lang="en-US" sz="1200" b="0" dirty="0">
                <a:solidFill>
                  <a:srgbClr val="77797C"/>
                </a:solidFill>
                <a:latin typeface="Arial"/>
              </a:rPr>
              <a:t>ideal</a:t>
            </a:r>
            <a:r>
              <a:rPr sz="1200" b="0" dirty="0">
                <a:solidFill>
                  <a:srgbClr val="77797C"/>
                </a:solidFill>
                <a:latin typeface="Arial"/>
              </a:rPr>
              <a:t> case.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253746"/>
                </a:solidFill>
                <a:latin typeface="Arial"/>
              </a:rPr>
              <a:t>Picked with support maps only: </a:t>
            </a:r>
            <a:r>
              <a:rPr sz="1200" b="0" dirty="0">
                <a:solidFill>
                  <a:srgbClr val="77797C"/>
                </a:solidFill>
                <a:latin typeface="Arial"/>
              </a:rPr>
              <a:t>the same kind of region is removed from each support map, where the true values are known. Configurations are scored there, and the winner is applied to Acp_4001.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">
  <a:themeElements>
    <a:clrScheme name="TII">
      <a:dk1>
        <a:srgbClr val="253746"/>
      </a:dk1>
      <a:lt1>
        <a:sysClr val="window" lastClr="FFFFFF"/>
      </a:lt1>
      <a:dk2>
        <a:srgbClr val="253746"/>
      </a:dk2>
      <a:lt2>
        <a:srgbClr val="FFFFFF"/>
      </a:lt2>
      <a:accent1>
        <a:srgbClr val="6400FF"/>
      </a:accent1>
      <a:accent2>
        <a:srgbClr val="233746"/>
      </a:accent2>
      <a:accent3>
        <a:srgbClr val="75787B"/>
      </a:accent3>
      <a:accent4>
        <a:srgbClr val="00C389"/>
      </a:accent4>
      <a:accent5>
        <a:srgbClr val="A4BCC2"/>
      </a:accent5>
      <a:accent6>
        <a:srgbClr val="9678D3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vider Slides">
  <a:themeElements>
    <a:clrScheme name="TII">
      <a:dk1>
        <a:srgbClr val="253746"/>
      </a:dk1>
      <a:lt1>
        <a:sysClr val="window" lastClr="FFFFFF"/>
      </a:lt1>
      <a:dk2>
        <a:srgbClr val="253746"/>
      </a:dk2>
      <a:lt2>
        <a:srgbClr val="FFFFFF"/>
      </a:lt2>
      <a:accent1>
        <a:srgbClr val="6400FF"/>
      </a:accent1>
      <a:accent2>
        <a:srgbClr val="233746"/>
      </a:accent2>
      <a:accent3>
        <a:srgbClr val="75787B"/>
      </a:accent3>
      <a:accent4>
        <a:srgbClr val="00C389"/>
      </a:accent4>
      <a:accent5>
        <a:srgbClr val="A4BCC2"/>
      </a:accent5>
      <a:accent6>
        <a:srgbClr val="9678D3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genda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General Content Slides">
  <a:themeElements>
    <a:clrScheme name="TII">
      <a:dk1>
        <a:srgbClr val="253746"/>
      </a:dk1>
      <a:lt1>
        <a:sysClr val="window" lastClr="FFFFFF"/>
      </a:lt1>
      <a:dk2>
        <a:srgbClr val="253746"/>
      </a:dk2>
      <a:lt2>
        <a:srgbClr val="FFFFFF"/>
      </a:lt2>
      <a:accent1>
        <a:srgbClr val="6400FF"/>
      </a:accent1>
      <a:accent2>
        <a:srgbClr val="233746"/>
      </a:accent2>
      <a:accent3>
        <a:srgbClr val="75787B"/>
      </a:accent3>
      <a:accent4>
        <a:srgbClr val="00C389"/>
      </a:accent4>
      <a:accent5>
        <a:srgbClr val="A4BCC2"/>
      </a:accent5>
      <a:accent6>
        <a:srgbClr val="9678D3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Graph / Chart Slides">
  <a:themeElements>
    <a:clrScheme name="TII">
      <a:dk1>
        <a:srgbClr val="253746"/>
      </a:dk1>
      <a:lt1>
        <a:sysClr val="window" lastClr="FFFFFF"/>
      </a:lt1>
      <a:dk2>
        <a:srgbClr val="253746"/>
      </a:dk2>
      <a:lt2>
        <a:srgbClr val="FFFFFF"/>
      </a:lt2>
      <a:accent1>
        <a:srgbClr val="6400FF"/>
      </a:accent1>
      <a:accent2>
        <a:srgbClr val="233746"/>
      </a:accent2>
      <a:accent3>
        <a:srgbClr val="75787B"/>
      </a:accent3>
      <a:accent4>
        <a:srgbClr val="00C389"/>
      </a:accent4>
      <a:accent5>
        <a:srgbClr val="A4BCC2"/>
      </a:accent5>
      <a:accent6>
        <a:srgbClr val="9678D3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8a6d46-12b0-4f95-9b06-bbe916c50b36">
      <Terms xmlns="http://schemas.microsoft.com/office/infopath/2007/PartnerControls"/>
    </lcf76f155ced4ddcb4097134ff3c332f>
    <TaxCatchAll xmlns="531ddde1-e6c6-41a6-91df-b31b5bb98746" xsi:nil="true"/>
    <Open_x0020_with_x0020_Seclore xmlns="9a8a6d46-12b0-4f95-9b06-bbe916c50b3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AC66336A00214F9283BE0D23481F10" ma:contentTypeVersion="21" ma:contentTypeDescription="Create a new document." ma:contentTypeScope="" ma:versionID="48e2398f1edb9965299a4cd1b28dea4c">
  <xsd:schema xmlns:xsd="http://www.w3.org/2001/XMLSchema" xmlns:xs="http://www.w3.org/2001/XMLSchema" xmlns:p="http://schemas.microsoft.com/office/2006/metadata/properties" xmlns:ns2="9a8a6d46-12b0-4f95-9b06-bbe916c50b36" xmlns:ns3="531ddde1-e6c6-41a6-91df-b31b5bb98746" targetNamespace="http://schemas.microsoft.com/office/2006/metadata/properties" ma:root="true" ma:fieldsID="850356ca564eca1518fb8e7761676aeb" ns2:_="" ns3:_="">
    <xsd:import namespace="9a8a6d46-12b0-4f95-9b06-bbe916c50b36"/>
    <xsd:import namespace="531ddde1-e6c6-41a6-91df-b31b5bb987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Open_x0020_with_x0020_Seclore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8a6d46-12b0-4f95-9b06-bbe916c50b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da2b078-8700-4205-b40f-bd5c9f5457e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Open_x0020_with_x0020_Seclore" ma:index="24" nillable="true" ma:displayName="Open with Seclore" ma:hidden="true" ma:internalName="Open_x0020_with_x0020_Seclor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1ddde1-e6c6-41a6-91df-b31b5bb98746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7ea7b90-585b-4219-841d-17780ceaaa38}" ma:internalName="TaxCatchAll" ma:showField="CatchAllData" ma:web="531ddde1-e6c6-41a6-91df-b31b5bb987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97E203-27CC-4EE7-BA81-FFE4B571C3F3}">
  <ds:schemaRefs>
    <ds:schemaRef ds:uri="531ddde1-e6c6-41a6-91df-b31b5bb98746"/>
    <ds:schemaRef ds:uri="9a8a6d46-12b0-4f95-9b06-bbe916c50b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65ECFB8-8D0F-4432-BBF5-C144347388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2CCEAD-C589-4F00-95F7-089CF8C0EB45}">
  <ds:schemaRefs>
    <ds:schemaRef ds:uri="531ddde1-e6c6-41a6-91df-b31b5bb98746"/>
    <ds:schemaRef ds:uri="9a8a6d46-12b0-4f95-9b06-bbe916c50b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</TotalTime>
  <Words>3549</Words>
  <Application>Microsoft Office PowerPoint</Application>
  <PresentationFormat>On-screen Show (16:9)</PresentationFormat>
  <Paragraphs>783</Paragraphs>
  <Slides>32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Helvetica LT Pro</vt:lpstr>
      <vt:lpstr>Title Slides</vt:lpstr>
      <vt:lpstr>Divider Slides</vt:lpstr>
      <vt:lpstr>Agenda Slides</vt:lpstr>
      <vt:lpstr>General Content Slides</vt:lpstr>
      <vt:lpstr>Graph / Chart Slides</vt:lpstr>
      <vt:lpstr>think-cell Slide</vt:lpstr>
      <vt:lpstr>PowerPoint Presentation</vt:lpstr>
      <vt:lpstr>About us</vt:lpstr>
      <vt:lpstr>Compressor maps are key for performance modelling</vt:lpstr>
      <vt:lpstr>What this work adds: a configurable framework</vt:lpstr>
      <vt:lpstr>Seven missing-data cases</vt:lpstr>
      <vt:lpstr>A configurable framework: one option from each policy</vt:lpstr>
      <vt:lpstr>Prediction workflow</vt:lpstr>
      <vt:lpstr>Predict baseline first, then learn only the correction</vt:lpstr>
      <vt:lpstr>Where the maps come from</vt:lpstr>
      <vt:lpstr>Per-map normalization makes maps comparable</vt:lpstr>
      <vt:lpstr>Support maps are ranked by similarity to the target</vt:lpstr>
      <vt:lpstr>β tells the model where a point sits on the speedline</vt:lpstr>
      <vt:lpstr>Input features</vt:lpstr>
      <vt:lpstr>Candidate models and hyperparameter tuning</vt:lpstr>
      <vt:lpstr>Efficiency: surface prediction allows using simpler methods</vt:lpstr>
      <vt:lpstr>How errors are measured</vt:lpstr>
      <vt:lpstr>PowerPoint Presentation</vt:lpstr>
      <vt:lpstr>Wc and Rc prediction: all seven missing-data cases</vt:lpstr>
      <vt:lpstr>Wc and Rc prediction: one example per case</vt:lpstr>
      <vt:lpstr>Residual learning reduces geometry error in all cases</vt:lpstr>
      <vt:lpstr>Best configuration selection depends on missing data case</vt:lpstr>
      <vt:lpstr>Efficiency results: reconstructed contours</vt:lpstr>
      <vt:lpstr>Efficiency prediction: one example per case</vt:lpstr>
      <vt:lpstr>Efficiency results: the best method depends on the case</vt:lpstr>
      <vt:lpstr>Summary</vt:lpstr>
      <vt:lpstr>Limitations and next steps</vt:lpstr>
      <vt:lpstr>PowerPoint Presentation</vt:lpstr>
      <vt:lpstr>PowerPoint Presentation</vt:lpstr>
      <vt:lpstr>Appendix: geometry errors per case</vt:lpstr>
      <vt:lpstr>Appendix: efficiency errors per case</vt:lpstr>
      <vt:lpstr>Appendix: model comparison per case</vt:lpstr>
      <vt:lpstr>Appendix: automated configuration selection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Brady Zollino</dc:creator>
  <cp:lastModifiedBy>Heba Youssef</cp:lastModifiedBy>
  <cp:revision>1</cp:revision>
  <dcterms:created xsi:type="dcterms:W3CDTF">2022-02-02T11:53:50Z</dcterms:created>
  <dcterms:modified xsi:type="dcterms:W3CDTF">2026-09-21T10:41:33Z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2022-02-02T00:00:00Z</vt:filetime>
  </property>
  <property fmtid="{D5CDD505-2E9C-101B-9397-08002B2CF9AE}" pid="3" name="Creator">
    <vt:lpwstr>Adobe InDesign 17.0 (Macintosh)</vt:lpwstr>
  </property>
  <property fmtid="{D5CDD505-2E9C-101B-9397-08002B2CF9AE}" pid="4" name="LastSaved">
    <vt:filetime>2022-02-02T00:00:00Z</vt:filetime>
  </property>
  <property fmtid="{D5CDD505-2E9C-101B-9397-08002B2CF9AE}" pid="5" name="MediaServiceImageTags">
    <vt:lpwstr/>
  </property>
  <property fmtid="{D5CDD505-2E9C-101B-9397-08002B2CF9AE}" pid="6" name="ContentTypeId">
    <vt:lpwstr>0x0101005AAC66336A00214F9283BE0D23481F10</vt:lpwstr>
  </property>
  <property fmtid="{D5CDD505-2E9C-101B-9397-08002B2CF9AE}" pid="7" name="MSIP_Label_8c3879af-6ab5-4c1b-931b-714b5076a54c_Enabled">
    <vt:lpwstr>true</vt:lpwstr>
  </property>
  <property fmtid="{D5CDD505-2E9C-101B-9397-08002B2CF9AE}" pid="8" name="MSIP_Label_8c3879af-6ab5-4c1b-931b-714b5076a54c_SetDate">
    <vt:lpwstr>2026-09-15T12:11:26Z</vt:lpwstr>
  </property>
  <property fmtid="{D5CDD505-2E9C-101B-9397-08002B2CF9AE}" pid="9" name="MSIP_Label_8c3879af-6ab5-4c1b-931b-714b5076a54c_Method">
    <vt:lpwstr>Privileged</vt:lpwstr>
  </property>
  <property fmtid="{D5CDD505-2E9C-101B-9397-08002B2CF9AE}" pid="10" name="MSIP_Label_8c3879af-6ab5-4c1b-931b-714b5076a54c_Name">
    <vt:lpwstr>Public</vt:lpwstr>
  </property>
  <property fmtid="{D5CDD505-2E9C-101B-9397-08002B2CF9AE}" pid="11" name="MSIP_Label_8c3879af-6ab5-4c1b-931b-714b5076a54c_SiteId">
    <vt:lpwstr>f0869253-be00-4a37-9c77-37742cb15c38</vt:lpwstr>
  </property>
  <property fmtid="{D5CDD505-2E9C-101B-9397-08002B2CF9AE}" pid="12" name="MSIP_Label_8c3879af-6ab5-4c1b-931b-714b5076a54c_ActionId">
    <vt:lpwstr>5ee7676c-b5c0-4ce3-b0b8-12152e323990</vt:lpwstr>
  </property>
  <property fmtid="{D5CDD505-2E9C-101B-9397-08002B2CF9AE}" pid="13" name="MSIP_Label_8c3879af-6ab5-4c1b-931b-714b5076a54c_ContentBits">
    <vt:lpwstr>3</vt:lpwstr>
  </property>
  <property fmtid="{D5CDD505-2E9C-101B-9397-08002B2CF9AE}" pid="14" name="MSIP_Label_8c3879af-6ab5-4c1b-931b-714b5076a54c_Tag">
    <vt:lpwstr>10, 0, 1, 1</vt:lpwstr>
  </property>
  <property fmtid="{D5CDD505-2E9C-101B-9397-08002B2CF9AE}" pid="15" name="ClassificationContentMarkingFooterLocations">
    <vt:lpwstr>Title Slides:5\Divider Slides:4\Agenda Slides:3\General Content Slides:6\Colored Content slides:3\Image Slides:7\Graph / Chart Slides:7</vt:lpwstr>
  </property>
  <property fmtid="{D5CDD505-2E9C-101B-9397-08002B2CF9AE}" pid="16" name="ClassificationContentMarkingFooterText">
    <vt:lpwstr>Document Classified as: Public </vt:lpwstr>
  </property>
</Properties>
</file>